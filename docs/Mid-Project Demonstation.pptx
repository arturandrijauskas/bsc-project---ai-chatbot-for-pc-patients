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56" r:id="rId2"/>
    <p:sldId id="257" r:id="rId3"/>
    <p:sldId id="258" r:id="rId4"/>
    <p:sldId id="259" r:id="rId5"/>
    <p:sldId id="260" r:id="rId6"/>
    <p:sldId id="261" r:id="rId7"/>
    <p:sldId id="262" r:id="rId8"/>
    <p:sldId id="263" r:id="rId9"/>
    <p:sldId id="264" r:id="rId10"/>
    <p:sldId id="266"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B18541-E430-41EB-8DCF-33F07C06A5FD}" v="1" dt="2025-03-11T09:55:07.9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tur Andrijauskas" userId="5bfec1f382a1885b" providerId="LiveId" clId="{C7B18541-E430-41EB-8DCF-33F07C06A5FD}"/>
    <pc:docChg chg="undo custSel addSld modSld addMainMaster delMainMaster">
      <pc:chgData name="Artur Andrijauskas" userId="5bfec1f382a1885b" providerId="LiveId" clId="{C7B18541-E430-41EB-8DCF-33F07C06A5FD}" dt="2025-03-11T09:57:32.661" v="10719" actId="20577"/>
      <pc:docMkLst>
        <pc:docMk/>
      </pc:docMkLst>
      <pc:sldChg chg="addSp delSp modSp mod setBg modClrScheme setClrOvrMap chgLayout">
        <pc:chgData name="Artur Andrijauskas" userId="5bfec1f382a1885b" providerId="LiveId" clId="{C7B18541-E430-41EB-8DCF-33F07C06A5FD}" dt="2025-03-08T10:45:32.288" v="45" actId="20577"/>
        <pc:sldMkLst>
          <pc:docMk/>
          <pc:sldMk cId="2688495976" sldId="256"/>
        </pc:sldMkLst>
        <pc:spChg chg="mod">
          <ac:chgData name="Artur Andrijauskas" userId="5bfec1f382a1885b" providerId="LiveId" clId="{C7B18541-E430-41EB-8DCF-33F07C06A5FD}" dt="2025-03-08T10:45:27.079" v="29" actId="20577"/>
          <ac:spMkLst>
            <pc:docMk/>
            <pc:sldMk cId="2688495976" sldId="256"/>
            <ac:spMk id="2" creationId="{AB3C6C49-FA1D-9E9D-9370-814B89FE620E}"/>
          </ac:spMkLst>
        </pc:spChg>
        <pc:spChg chg="mod">
          <ac:chgData name="Artur Andrijauskas" userId="5bfec1f382a1885b" providerId="LiveId" clId="{C7B18541-E430-41EB-8DCF-33F07C06A5FD}" dt="2025-03-08T10:45:32.288" v="45" actId="20577"/>
          <ac:spMkLst>
            <pc:docMk/>
            <pc:sldMk cId="2688495976" sldId="256"/>
            <ac:spMk id="3" creationId="{C591C8BD-D25F-4014-649B-E45917D6A200}"/>
          </ac:spMkLst>
        </pc:spChg>
        <pc:spChg chg="add">
          <ac:chgData name="Artur Andrijauskas" userId="5bfec1f382a1885b" providerId="LiveId" clId="{C7B18541-E430-41EB-8DCF-33F07C06A5FD}" dt="2025-03-08T10:45:16.432" v="4" actId="26606"/>
          <ac:spMkLst>
            <pc:docMk/>
            <pc:sldMk cId="2688495976" sldId="256"/>
            <ac:spMk id="18" creationId="{D4906370-1564-49FA-A802-58546B3922DC}"/>
          </ac:spMkLst>
        </pc:spChg>
        <pc:spChg chg="add">
          <ac:chgData name="Artur Andrijauskas" userId="5bfec1f382a1885b" providerId="LiveId" clId="{C7B18541-E430-41EB-8DCF-33F07C06A5FD}" dt="2025-03-08T10:45:16.432" v="4" actId="26606"/>
          <ac:spMkLst>
            <pc:docMk/>
            <pc:sldMk cId="2688495976" sldId="256"/>
            <ac:spMk id="20" creationId="{EF640709-BDFD-453B-B75D-6212E7A870BA}"/>
          </ac:spMkLst>
        </pc:spChg>
        <pc:spChg chg="add">
          <ac:chgData name="Artur Andrijauskas" userId="5bfec1f382a1885b" providerId="LiveId" clId="{C7B18541-E430-41EB-8DCF-33F07C06A5FD}" dt="2025-03-08T10:45:16.432" v="4" actId="26606"/>
          <ac:spMkLst>
            <pc:docMk/>
            <pc:sldMk cId="2688495976" sldId="256"/>
            <ac:spMk id="21" creationId="{B4019478-3FDC-438C-8848-1D7DA864AFC4}"/>
          </ac:spMkLst>
        </pc:spChg>
        <pc:spChg chg="add">
          <ac:chgData name="Artur Andrijauskas" userId="5bfec1f382a1885b" providerId="LiveId" clId="{C7B18541-E430-41EB-8DCF-33F07C06A5FD}" dt="2025-03-08T10:45:16.432" v="4" actId="26606"/>
          <ac:spMkLst>
            <pc:docMk/>
            <pc:sldMk cId="2688495976" sldId="256"/>
            <ac:spMk id="22" creationId="{FE406479-1D57-4209-B128-3C81746247C6}"/>
          </ac:spMkLst>
        </pc:spChg>
        <pc:picChg chg="add">
          <ac:chgData name="Artur Andrijauskas" userId="5bfec1f382a1885b" providerId="LiveId" clId="{C7B18541-E430-41EB-8DCF-33F07C06A5FD}" dt="2025-03-08T10:45:16.432" v="4" actId="26606"/>
          <ac:picMkLst>
            <pc:docMk/>
            <pc:sldMk cId="2688495976" sldId="256"/>
            <ac:picMk id="19" creationId="{604D6C08-A280-9B51-01F1-BDCE69956976}"/>
          </ac:picMkLst>
        </pc:picChg>
      </pc:sldChg>
      <pc:sldChg chg="modSp new mod">
        <pc:chgData name="Artur Andrijauskas" userId="5bfec1f382a1885b" providerId="LiveId" clId="{C7B18541-E430-41EB-8DCF-33F07C06A5FD}" dt="2025-03-09T11:31:41.208" v="5544" actId="20577"/>
        <pc:sldMkLst>
          <pc:docMk/>
          <pc:sldMk cId="789878880" sldId="257"/>
        </pc:sldMkLst>
        <pc:spChg chg="mod">
          <ac:chgData name="Artur Andrijauskas" userId="5bfec1f382a1885b" providerId="LiveId" clId="{C7B18541-E430-41EB-8DCF-33F07C06A5FD}" dt="2025-03-08T10:58:06.815" v="204" actId="20577"/>
          <ac:spMkLst>
            <pc:docMk/>
            <pc:sldMk cId="789878880" sldId="257"/>
            <ac:spMk id="2" creationId="{6AD0F639-335D-9A7C-4334-23E6FDC7C83A}"/>
          </ac:spMkLst>
        </pc:spChg>
        <pc:spChg chg="mod">
          <ac:chgData name="Artur Andrijauskas" userId="5bfec1f382a1885b" providerId="LiveId" clId="{C7B18541-E430-41EB-8DCF-33F07C06A5FD}" dt="2025-03-09T11:31:41.208" v="5544" actId="20577"/>
          <ac:spMkLst>
            <pc:docMk/>
            <pc:sldMk cId="789878880" sldId="257"/>
            <ac:spMk id="3" creationId="{2FFB5F1F-40C3-35F1-24E9-B9128408D56C}"/>
          </ac:spMkLst>
        </pc:spChg>
      </pc:sldChg>
      <pc:sldChg chg="modSp new mod">
        <pc:chgData name="Artur Andrijauskas" userId="5bfec1f382a1885b" providerId="LiveId" clId="{C7B18541-E430-41EB-8DCF-33F07C06A5FD}" dt="2025-03-08T11:32:34.284" v="2049" actId="255"/>
        <pc:sldMkLst>
          <pc:docMk/>
          <pc:sldMk cId="4055812292" sldId="258"/>
        </pc:sldMkLst>
        <pc:spChg chg="mod">
          <ac:chgData name="Artur Andrijauskas" userId="5bfec1f382a1885b" providerId="LiveId" clId="{C7B18541-E430-41EB-8DCF-33F07C06A5FD}" dt="2025-03-08T11:07:09.118" v="836"/>
          <ac:spMkLst>
            <pc:docMk/>
            <pc:sldMk cId="4055812292" sldId="258"/>
            <ac:spMk id="2" creationId="{B9149CF8-65B3-25E7-503F-AF14EC4057D7}"/>
          </ac:spMkLst>
        </pc:spChg>
        <pc:spChg chg="mod">
          <ac:chgData name="Artur Andrijauskas" userId="5bfec1f382a1885b" providerId="LiveId" clId="{C7B18541-E430-41EB-8DCF-33F07C06A5FD}" dt="2025-03-08T11:32:34.284" v="2049" actId="255"/>
          <ac:spMkLst>
            <pc:docMk/>
            <pc:sldMk cId="4055812292" sldId="258"/>
            <ac:spMk id="3" creationId="{E6A6E3A3-5E27-D5CB-2A10-163C3F0264F0}"/>
          </ac:spMkLst>
        </pc:spChg>
      </pc:sldChg>
      <pc:sldChg chg="modSp new mod">
        <pc:chgData name="Artur Andrijauskas" userId="5bfec1f382a1885b" providerId="LiveId" clId="{C7B18541-E430-41EB-8DCF-33F07C06A5FD}" dt="2025-03-09T11:07:18.283" v="2778" actId="20577"/>
        <pc:sldMkLst>
          <pc:docMk/>
          <pc:sldMk cId="2734507478" sldId="259"/>
        </pc:sldMkLst>
        <pc:spChg chg="mod">
          <ac:chgData name="Artur Andrijauskas" userId="5bfec1f382a1885b" providerId="LiveId" clId="{C7B18541-E430-41EB-8DCF-33F07C06A5FD}" dt="2025-03-09T11:01:31.949" v="2093" actId="20577"/>
          <ac:spMkLst>
            <pc:docMk/>
            <pc:sldMk cId="2734507478" sldId="259"/>
            <ac:spMk id="2" creationId="{449C1988-B876-8955-77C8-7F20B275A8B2}"/>
          </ac:spMkLst>
        </pc:spChg>
        <pc:spChg chg="mod">
          <ac:chgData name="Artur Andrijauskas" userId="5bfec1f382a1885b" providerId="LiveId" clId="{C7B18541-E430-41EB-8DCF-33F07C06A5FD}" dt="2025-03-09T11:07:18.283" v="2778" actId="20577"/>
          <ac:spMkLst>
            <pc:docMk/>
            <pc:sldMk cId="2734507478" sldId="259"/>
            <ac:spMk id="3" creationId="{06EF2E19-102D-0B88-6D87-C0E29EDEEF95}"/>
          </ac:spMkLst>
        </pc:spChg>
      </pc:sldChg>
      <pc:sldChg chg="modSp new mod">
        <pc:chgData name="Artur Andrijauskas" userId="5bfec1f382a1885b" providerId="LiveId" clId="{C7B18541-E430-41EB-8DCF-33F07C06A5FD}" dt="2025-03-09T11:19:49.369" v="4092" actId="20577"/>
        <pc:sldMkLst>
          <pc:docMk/>
          <pc:sldMk cId="685510176" sldId="260"/>
        </pc:sldMkLst>
        <pc:spChg chg="mod">
          <ac:chgData name="Artur Andrijauskas" userId="5bfec1f382a1885b" providerId="LiveId" clId="{C7B18541-E430-41EB-8DCF-33F07C06A5FD}" dt="2025-03-09T11:18:11.100" v="3851" actId="20577"/>
          <ac:spMkLst>
            <pc:docMk/>
            <pc:sldMk cId="685510176" sldId="260"/>
            <ac:spMk id="2" creationId="{4F2E4845-A3F3-AC23-FD05-68BA5AEE6044}"/>
          </ac:spMkLst>
        </pc:spChg>
        <pc:spChg chg="mod">
          <ac:chgData name="Artur Andrijauskas" userId="5bfec1f382a1885b" providerId="LiveId" clId="{C7B18541-E430-41EB-8DCF-33F07C06A5FD}" dt="2025-03-09T11:19:49.369" v="4092" actId="20577"/>
          <ac:spMkLst>
            <pc:docMk/>
            <pc:sldMk cId="685510176" sldId="260"/>
            <ac:spMk id="3" creationId="{F2F14DB5-963C-C871-ED5A-1E946DC1827B}"/>
          </ac:spMkLst>
        </pc:spChg>
      </pc:sldChg>
      <pc:sldChg chg="modSp new mod">
        <pc:chgData name="Artur Andrijauskas" userId="5bfec1f382a1885b" providerId="LiveId" clId="{C7B18541-E430-41EB-8DCF-33F07C06A5FD}" dt="2025-03-09T11:27:21.404" v="5134"/>
        <pc:sldMkLst>
          <pc:docMk/>
          <pc:sldMk cId="980323681" sldId="261"/>
        </pc:sldMkLst>
        <pc:spChg chg="mod">
          <ac:chgData name="Artur Andrijauskas" userId="5bfec1f382a1885b" providerId="LiveId" clId="{C7B18541-E430-41EB-8DCF-33F07C06A5FD}" dt="2025-03-09T11:20:14.212" v="4103"/>
          <ac:spMkLst>
            <pc:docMk/>
            <pc:sldMk cId="980323681" sldId="261"/>
            <ac:spMk id="2" creationId="{7779B52C-58F1-9EBE-C984-5E1528D1236A}"/>
          </ac:spMkLst>
        </pc:spChg>
        <pc:spChg chg="mod">
          <ac:chgData name="Artur Andrijauskas" userId="5bfec1f382a1885b" providerId="LiveId" clId="{C7B18541-E430-41EB-8DCF-33F07C06A5FD}" dt="2025-03-09T11:27:21.404" v="5134"/>
          <ac:spMkLst>
            <pc:docMk/>
            <pc:sldMk cId="980323681" sldId="261"/>
            <ac:spMk id="3" creationId="{A57AA0FB-DA23-62EC-5D9D-519AFF32D044}"/>
          </ac:spMkLst>
        </pc:spChg>
      </pc:sldChg>
      <pc:sldChg chg="modSp new mod">
        <pc:chgData name="Artur Andrijauskas" userId="5bfec1f382a1885b" providerId="LiveId" clId="{C7B18541-E430-41EB-8DCF-33F07C06A5FD}" dt="2025-03-09T11:36:44.441" v="6392" actId="20577"/>
        <pc:sldMkLst>
          <pc:docMk/>
          <pc:sldMk cId="2654509911" sldId="262"/>
        </pc:sldMkLst>
        <pc:spChg chg="mod">
          <ac:chgData name="Artur Andrijauskas" userId="5bfec1f382a1885b" providerId="LiveId" clId="{C7B18541-E430-41EB-8DCF-33F07C06A5FD}" dt="2025-03-09T11:31:31.936" v="5526" actId="20577"/>
          <ac:spMkLst>
            <pc:docMk/>
            <pc:sldMk cId="2654509911" sldId="262"/>
            <ac:spMk id="2" creationId="{95C21E39-F196-14EC-CBA4-6CEC237E3196}"/>
          </ac:spMkLst>
        </pc:spChg>
        <pc:spChg chg="mod">
          <ac:chgData name="Artur Andrijauskas" userId="5bfec1f382a1885b" providerId="LiveId" clId="{C7B18541-E430-41EB-8DCF-33F07C06A5FD}" dt="2025-03-09T11:36:44.441" v="6392" actId="20577"/>
          <ac:spMkLst>
            <pc:docMk/>
            <pc:sldMk cId="2654509911" sldId="262"/>
            <ac:spMk id="3" creationId="{47C35875-0043-14F5-B149-EF67AA90D557}"/>
          </ac:spMkLst>
        </pc:spChg>
      </pc:sldChg>
      <pc:sldChg chg="modSp new mod">
        <pc:chgData name="Artur Andrijauskas" userId="5bfec1f382a1885b" providerId="LiveId" clId="{C7B18541-E430-41EB-8DCF-33F07C06A5FD}" dt="2025-03-09T12:02:32.331" v="9887" actId="20577"/>
        <pc:sldMkLst>
          <pc:docMk/>
          <pc:sldMk cId="3301379487" sldId="263"/>
        </pc:sldMkLst>
        <pc:spChg chg="mod">
          <ac:chgData name="Artur Andrijauskas" userId="5bfec1f382a1885b" providerId="LiveId" clId="{C7B18541-E430-41EB-8DCF-33F07C06A5FD}" dt="2025-03-09T11:35:42.083" v="6226" actId="20577"/>
          <ac:spMkLst>
            <pc:docMk/>
            <pc:sldMk cId="3301379487" sldId="263"/>
            <ac:spMk id="2" creationId="{2BE8BCA2-2DBC-FF5C-1A31-E0BB8DDF3788}"/>
          </ac:spMkLst>
        </pc:spChg>
        <pc:spChg chg="mod">
          <ac:chgData name="Artur Andrijauskas" userId="5bfec1f382a1885b" providerId="LiveId" clId="{C7B18541-E430-41EB-8DCF-33F07C06A5FD}" dt="2025-03-09T12:02:32.331" v="9887" actId="20577"/>
          <ac:spMkLst>
            <pc:docMk/>
            <pc:sldMk cId="3301379487" sldId="263"/>
            <ac:spMk id="3" creationId="{18C68021-CA58-104B-A309-03E5DD58E580}"/>
          </ac:spMkLst>
        </pc:spChg>
      </pc:sldChg>
      <pc:sldChg chg="modSp new mod">
        <pc:chgData name="Artur Andrijauskas" userId="5bfec1f382a1885b" providerId="LiveId" clId="{C7B18541-E430-41EB-8DCF-33F07C06A5FD}" dt="2025-03-11T09:51:22.866" v="9889" actId="20577"/>
        <pc:sldMkLst>
          <pc:docMk/>
          <pc:sldMk cId="140625234" sldId="264"/>
        </pc:sldMkLst>
        <pc:spChg chg="mod">
          <ac:chgData name="Artur Andrijauskas" userId="5bfec1f382a1885b" providerId="LiveId" clId="{C7B18541-E430-41EB-8DCF-33F07C06A5FD}" dt="2025-03-09T11:58:19.531" v="9422"/>
          <ac:spMkLst>
            <pc:docMk/>
            <pc:sldMk cId="140625234" sldId="264"/>
            <ac:spMk id="2" creationId="{53FE1665-303F-1723-A083-12589013FC08}"/>
          </ac:spMkLst>
        </pc:spChg>
        <pc:spChg chg="mod">
          <ac:chgData name="Artur Andrijauskas" userId="5bfec1f382a1885b" providerId="LiveId" clId="{C7B18541-E430-41EB-8DCF-33F07C06A5FD}" dt="2025-03-11T09:51:22.866" v="9889" actId="20577"/>
          <ac:spMkLst>
            <pc:docMk/>
            <pc:sldMk cId="140625234" sldId="264"/>
            <ac:spMk id="3" creationId="{9759429B-FDAA-2CB0-EC09-104088C9CA73}"/>
          </ac:spMkLst>
        </pc:spChg>
      </pc:sldChg>
      <pc:sldChg chg="addSp delSp modSp new mod setBg modClrScheme chgLayout">
        <pc:chgData name="Artur Andrijauskas" userId="5bfec1f382a1885b" providerId="LiveId" clId="{C7B18541-E430-41EB-8DCF-33F07C06A5FD}" dt="2025-03-09T12:01:14.913" v="9770" actId="20577"/>
        <pc:sldMkLst>
          <pc:docMk/>
          <pc:sldMk cId="1999587212" sldId="265"/>
        </pc:sldMkLst>
        <pc:spChg chg="add mod ord">
          <ac:chgData name="Artur Andrijauskas" userId="5bfec1f382a1885b" providerId="LiveId" clId="{C7B18541-E430-41EB-8DCF-33F07C06A5FD}" dt="2025-03-09T12:01:14.913" v="9770" actId="20577"/>
          <ac:spMkLst>
            <pc:docMk/>
            <pc:sldMk cId="1999587212" sldId="265"/>
            <ac:spMk id="4" creationId="{8DAE7F6F-6E93-FDF0-189E-9D28A8BCD2BF}"/>
          </ac:spMkLst>
        </pc:spChg>
        <pc:spChg chg="add">
          <ac:chgData name="Artur Andrijauskas" userId="5bfec1f382a1885b" providerId="LiveId" clId="{C7B18541-E430-41EB-8DCF-33F07C06A5FD}" dt="2025-03-09T12:00:50.896" v="9754" actId="26606"/>
          <ac:spMkLst>
            <pc:docMk/>
            <pc:sldMk cId="1999587212" sldId="265"/>
            <ac:spMk id="9" creationId="{8A7BA06D-B3FF-4E91-8639-B4569AE3AA23}"/>
          </ac:spMkLst>
        </pc:spChg>
        <pc:spChg chg="add">
          <ac:chgData name="Artur Andrijauskas" userId="5bfec1f382a1885b" providerId="LiveId" clId="{C7B18541-E430-41EB-8DCF-33F07C06A5FD}" dt="2025-03-09T12:00:50.896" v="9754" actId="26606"/>
          <ac:spMkLst>
            <pc:docMk/>
            <pc:sldMk cId="1999587212" sldId="265"/>
            <ac:spMk id="11" creationId="{2B30C86D-5A07-48BC-9C9D-6F9A2DB1E9E1}"/>
          </ac:spMkLst>
        </pc:spChg>
        <pc:spChg chg="add">
          <ac:chgData name="Artur Andrijauskas" userId="5bfec1f382a1885b" providerId="LiveId" clId="{C7B18541-E430-41EB-8DCF-33F07C06A5FD}" dt="2025-03-09T12:00:50.896" v="9754" actId="26606"/>
          <ac:spMkLst>
            <pc:docMk/>
            <pc:sldMk cId="1999587212" sldId="265"/>
            <ac:spMk id="13" creationId="{9AFC454B-A080-4D23-B177-6D5356C6E6EF}"/>
          </ac:spMkLst>
        </pc:spChg>
        <pc:spChg chg="add">
          <ac:chgData name="Artur Andrijauskas" userId="5bfec1f382a1885b" providerId="LiveId" clId="{C7B18541-E430-41EB-8DCF-33F07C06A5FD}" dt="2025-03-09T12:00:50.896" v="9754" actId="26606"/>
          <ac:spMkLst>
            <pc:docMk/>
            <pc:sldMk cId="1999587212" sldId="265"/>
            <ac:spMk id="15" creationId="{D0522C2C-7B5C-48A7-A969-03941E5D2E76}"/>
          </ac:spMkLst>
        </pc:spChg>
        <pc:spChg chg="add">
          <ac:chgData name="Artur Andrijauskas" userId="5bfec1f382a1885b" providerId="LiveId" clId="{C7B18541-E430-41EB-8DCF-33F07C06A5FD}" dt="2025-03-09T12:00:50.896" v="9754" actId="26606"/>
          <ac:spMkLst>
            <pc:docMk/>
            <pc:sldMk cId="1999587212" sldId="265"/>
            <ac:spMk id="17" creationId="{9C682A1A-5B2D-4111-BBD6-620165633E5B}"/>
          </ac:spMkLst>
        </pc:spChg>
        <pc:spChg chg="add">
          <ac:chgData name="Artur Andrijauskas" userId="5bfec1f382a1885b" providerId="LiveId" clId="{C7B18541-E430-41EB-8DCF-33F07C06A5FD}" dt="2025-03-09T12:00:50.896" v="9754" actId="26606"/>
          <ac:spMkLst>
            <pc:docMk/>
            <pc:sldMk cId="1999587212" sldId="265"/>
            <ac:spMk id="19" creationId="{D6EE29F2-D77F-4BD0-A20B-334D316A1C9D}"/>
          </ac:spMkLst>
        </pc:spChg>
        <pc:spChg chg="add">
          <ac:chgData name="Artur Andrijauskas" userId="5bfec1f382a1885b" providerId="LiveId" clId="{C7B18541-E430-41EB-8DCF-33F07C06A5FD}" dt="2025-03-09T12:00:50.896" v="9754" actId="26606"/>
          <ac:spMkLst>
            <pc:docMk/>
            <pc:sldMk cId="1999587212" sldId="265"/>
            <ac:spMk id="21" creationId="{22D09ED2-868F-42C6-866E-F92E0CEF314F}"/>
          </ac:spMkLst>
        </pc:spChg>
      </pc:sldChg>
      <pc:sldChg chg="modSp new mod">
        <pc:chgData name="Artur Andrijauskas" userId="5bfec1f382a1885b" providerId="LiveId" clId="{C7B18541-E430-41EB-8DCF-33F07C06A5FD}" dt="2025-03-11T09:57:32.661" v="10719" actId="20577"/>
        <pc:sldMkLst>
          <pc:docMk/>
          <pc:sldMk cId="3034811793" sldId="266"/>
        </pc:sldMkLst>
        <pc:spChg chg="mod">
          <ac:chgData name="Artur Andrijauskas" userId="5bfec1f382a1885b" providerId="LiveId" clId="{C7B18541-E430-41EB-8DCF-33F07C06A5FD}" dt="2025-03-11T09:54:47.250" v="10376" actId="20577"/>
          <ac:spMkLst>
            <pc:docMk/>
            <pc:sldMk cId="3034811793" sldId="266"/>
            <ac:spMk id="2" creationId="{237FAA3A-2F77-06CA-8302-42DD3F5DD933}"/>
          </ac:spMkLst>
        </pc:spChg>
        <pc:spChg chg="mod">
          <ac:chgData name="Artur Andrijauskas" userId="5bfec1f382a1885b" providerId="LiveId" clId="{C7B18541-E430-41EB-8DCF-33F07C06A5FD}" dt="2025-03-11T09:57:32.661" v="10719" actId="20577"/>
          <ac:spMkLst>
            <pc:docMk/>
            <pc:sldMk cId="3034811793" sldId="266"/>
            <ac:spMk id="3" creationId="{3C4FCDB1-8537-40F4-587F-3A948FA441A3}"/>
          </ac:spMkLst>
        </pc:spChg>
      </pc:sldChg>
      <pc:sldMasterChg chg="add del addSldLayout delSldLayout">
        <pc:chgData name="Artur Andrijauskas" userId="5bfec1f382a1885b" providerId="LiveId" clId="{C7B18541-E430-41EB-8DCF-33F07C06A5FD}" dt="2025-03-08T10:45:16.432" v="4" actId="26606"/>
        <pc:sldMasterMkLst>
          <pc:docMk/>
          <pc:sldMasterMk cId="3861348607" sldId="2147483648"/>
        </pc:sldMasterMkLst>
        <pc:sldLayoutChg chg="add del">
          <pc:chgData name="Artur Andrijauskas" userId="5bfec1f382a1885b" providerId="LiveId" clId="{C7B18541-E430-41EB-8DCF-33F07C06A5FD}" dt="2025-03-08T10:45:16.432" v="4" actId="26606"/>
          <pc:sldLayoutMkLst>
            <pc:docMk/>
            <pc:sldMasterMk cId="3861348607" sldId="2147483648"/>
            <pc:sldLayoutMk cId="1653987559" sldId="2147483649"/>
          </pc:sldLayoutMkLst>
        </pc:sldLayoutChg>
        <pc:sldLayoutChg chg="add del">
          <pc:chgData name="Artur Andrijauskas" userId="5bfec1f382a1885b" providerId="LiveId" clId="{C7B18541-E430-41EB-8DCF-33F07C06A5FD}" dt="2025-03-08T10:45:16.432" v="4" actId="26606"/>
          <pc:sldLayoutMkLst>
            <pc:docMk/>
            <pc:sldMasterMk cId="3861348607" sldId="2147483648"/>
            <pc:sldLayoutMk cId="179347081" sldId="2147483650"/>
          </pc:sldLayoutMkLst>
        </pc:sldLayoutChg>
        <pc:sldLayoutChg chg="add del">
          <pc:chgData name="Artur Andrijauskas" userId="5bfec1f382a1885b" providerId="LiveId" clId="{C7B18541-E430-41EB-8DCF-33F07C06A5FD}" dt="2025-03-08T10:45:16.432" v="4" actId="26606"/>
          <pc:sldLayoutMkLst>
            <pc:docMk/>
            <pc:sldMasterMk cId="3861348607" sldId="2147483648"/>
            <pc:sldLayoutMk cId="1294185544" sldId="2147483651"/>
          </pc:sldLayoutMkLst>
        </pc:sldLayoutChg>
        <pc:sldLayoutChg chg="add del">
          <pc:chgData name="Artur Andrijauskas" userId="5bfec1f382a1885b" providerId="LiveId" clId="{C7B18541-E430-41EB-8DCF-33F07C06A5FD}" dt="2025-03-08T10:45:16.432" v="4" actId="26606"/>
          <pc:sldLayoutMkLst>
            <pc:docMk/>
            <pc:sldMasterMk cId="3861348607" sldId="2147483648"/>
            <pc:sldLayoutMk cId="2344862146" sldId="2147483652"/>
          </pc:sldLayoutMkLst>
        </pc:sldLayoutChg>
        <pc:sldLayoutChg chg="add del">
          <pc:chgData name="Artur Andrijauskas" userId="5bfec1f382a1885b" providerId="LiveId" clId="{C7B18541-E430-41EB-8DCF-33F07C06A5FD}" dt="2025-03-08T10:45:16.432" v="4" actId="26606"/>
          <pc:sldLayoutMkLst>
            <pc:docMk/>
            <pc:sldMasterMk cId="3861348607" sldId="2147483648"/>
            <pc:sldLayoutMk cId="3276895243" sldId="2147483653"/>
          </pc:sldLayoutMkLst>
        </pc:sldLayoutChg>
        <pc:sldLayoutChg chg="add del">
          <pc:chgData name="Artur Andrijauskas" userId="5bfec1f382a1885b" providerId="LiveId" clId="{C7B18541-E430-41EB-8DCF-33F07C06A5FD}" dt="2025-03-08T10:45:16.432" v="4" actId="26606"/>
          <pc:sldLayoutMkLst>
            <pc:docMk/>
            <pc:sldMasterMk cId="3861348607" sldId="2147483648"/>
            <pc:sldLayoutMk cId="3012173580" sldId="2147483654"/>
          </pc:sldLayoutMkLst>
        </pc:sldLayoutChg>
        <pc:sldLayoutChg chg="add del">
          <pc:chgData name="Artur Andrijauskas" userId="5bfec1f382a1885b" providerId="LiveId" clId="{C7B18541-E430-41EB-8DCF-33F07C06A5FD}" dt="2025-03-08T10:45:16.432" v="4" actId="26606"/>
          <pc:sldLayoutMkLst>
            <pc:docMk/>
            <pc:sldMasterMk cId="3861348607" sldId="2147483648"/>
            <pc:sldLayoutMk cId="4173499415" sldId="2147483655"/>
          </pc:sldLayoutMkLst>
        </pc:sldLayoutChg>
        <pc:sldLayoutChg chg="add del">
          <pc:chgData name="Artur Andrijauskas" userId="5bfec1f382a1885b" providerId="LiveId" clId="{C7B18541-E430-41EB-8DCF-33F07C06A5FD}" dt="2025-03-08T10:45:16.432" v="4" actId="26606"/>
          <pc:sldLayoutMkLst>
            <pc:docMk/>
            <pc:sldMasterMk cId="3861348607" sldId="2147483648"/>
            <pc:sldLayoutMk cId="1558935519" sldId="2147483656"/>
          </pc:sldLayoutMkLst>
        </pc:sldLayoutChg>
        <pc:sldLayoutChg chg="add del">
          <pc:chgData name="Artur Andrijauskas" userId="5bfec1f382a1885b" providerId="LiveId" clId="{C7B18541-E430-41EB-8DCF-33F07C06A5FD}" dt="2025-03-08T10:45:16.432" v="4" actId="26606"/>
          <pc:sldLayoutMkLst>
            <pc:docMk/>
            <pc:sldMasterMk cId="3861348607" sldId="2147483648"/>
            <pc:sldLayoutMk cId="8957512" sldId="2147483657"/>
          </pc:sldLayoutMkLst>
        </pc:sldLayoutChg>
        <pc:sldLayoutChg chg="add del">
          <pc:chgData name="Artur Andrijauskas" userId="5bfec1f382a1885b" providerId="LiveId" clId="{C7B18541-E430-41EB-8DCF-33F07C06A5FD}" dt="2025-03-08T10:45:16.432" v="4" actId="26606"/>
          <pc:sldLayoutMkLst>
            <pc:docMk/>
            <pc:sldMasterMk cId="3861348607" sldId="2147483648"/>
            <pc:sldLayoutMk cId="3826298135" sldId="2147483658"/>
          </pc:sldLayoutMkLst>
        </pc:sldLayoutChg>
        <pc:sldLayoutChg chg="add del">
          <pc:chgData name="Artur Andrijauskas" userId="5bfec1f382a1885b" providerId="LiveId" clId="{C7B18541-E430-41EB-8DCF-33F07C06A5FD}" dt="2025-03-08T10:45:16.432" v="4" actId="26606"/>
          <pc:sldLayoutMkLst>
            <pc:docMk/>
            <pc:sldMasterMk cId="3861348607" sldId="2147483648"/>
            <pc:sldLayoutMk cId="982755956" sldId="2147483659"/>
          </pc:sldLayoutMkLst>
        </pc:sldLayoutChg>
      </pc:sldMasterChg>
      <pc:sldMasterChg chg="add del replId addSldLayout delSldLayout">
        <pc:chgData name="Artur Andrijauskas" userId="5bfec1f382a1885b" providerId="LiveId" clId="{C7B18541-E430-41EB-8DCF-33F07C06A5FD}" dt="2025-03-08T10:45:06.288" v="1" actId="26606"/>
        <pc:sldMasterMkLst>
          <pc:docMk/>
          <pc:sldMasterMk cId="311886260" sldId="2147483660"/>
        </pc:sldMasterMkLst>
        <pc:sldLayoutChg chg="add del">
          <pc:chgData name="Artur Andrijauskas" userId="5bfec1f382a1885b" providerId="LiveId" clId="{C7B18541-E430-41EB-8DCF-33F07C06A5FD}" dt="2025-03-08T10:45:06.288" v="1" actId="26606"/>
          <pc:sldLayoutMkLst>
            <pc:docMk/>
            <pc:sldMasterMk cId="311886260" sldId="2147483660"/>
            <pc:sldLayoutMk cId="1856755162" sldId="2147483661"/>
          </pc:sldLayoutMkLst>
        </pc:sldLayoutChg>
        <pc:sldLayoutChg chg="add del replId">
          <pc:chgData name="Artur Andrijauskas" userId="5bfec1f382a1885b" providerId="LiveId" clId="{C7B18541-E430-41EB-8DCF-33F07C06A5FD}" dt="2025-03-08T10:45:06.288" v="1" actId="26606"/>
          <pc:sldLayoutMkLst>
            <pc:docMk/>
            <pc:sldMasterMk cId="311886260" sldId="2147483660"/>
            <pc:sldLayoutMk cId="920657192" sldId="2147483662"/>
          </pc:sldLayoutMkLst>
        </pc:sldLayoutChg>
        <pc:sldLayoutChg chg="add del replId">
          <pc:chgData name="Artur Andrijauskas" userId="5bfec1f382a1885b" providerId="LiveId" clId="{C7B18541-E430-41EB-8DCF-33F07C06A5FD}" dt="2025-03-08T10:45:06.288" v="1" actId="26606"/>
          <pc:sldLayoutMkLst>
            <pc:docMk/>
            <pc:sldMasterMk cId="311886260" sldId="2147483660"/>
            <pc:sldLayoutMk cId="2851375238" sldId="2147483663"/>
          </pc:sldLayoutMkLst>
        </pc:sldLayoutChg>
        <pc:sldLayoutChg chg="add del replId">
          <pc:chgData name="Artur Andrijauskas" userId="5bfec1f382a1885b" providerId="LiveId" clId="{C7B18541-E430-41EB-8DCF-33F07C06A5FD}" dt="2025-03-08T10:45:06.288" v="1" actId="26606"/>
          <pc:sldLayoutMkLst>
            <pc:docMk/>
            <pc:sldMasterMk cId="311886260" sldId="2147483660"/>
            <pc:sldLayoutMk cId="3934768324" sldId="2147483664"/>
          </pc:sldLayoutMkLst>
        </pc:sldLayoutChg>
        <pc:sldLayoutChg chg="add del replId">
          <pc:chgData name="Artur Andrijauskas" userId="5bfec1f382a1885b" providerId="LiveId" clId="{C7B18541-E430-41EB-8DCF-33F07C06A5FD}" dt="2025-03-08T10:45:06.288" v="1" actId="26606"/>
          <pc:sldLayoutMkLst>
            <pc:docMk/>
            <pc:sldMasterMk cId="311886260" sldId="2147483660"/>
            <pc:sldLayoutMk cId="738177586" sldId="2147483665"/>
          </pc:sldLayoutMkLst>
        </pc:sldLayoutChg>
        <pc:sldLayoutChg chg="add del replId">
          <pc:chgData name="Artur Andrijauskas" userId="5bfec1f382a1885b" providerId="LiveId" clId="{C7B18541-E430-41EB-8DCF-33F07C06A5FD}" dt="2025-03-08T10:45:06.288" v="1" actId="26606"/>
          <pc:sldLayoutMkLst>
            <pc:docMk/>
            <pc:sldMasterMk cId="311886260" sldId="2147483660"/>
            <pc:sldLayoutMk cId="1229055292" sldId="2147483666"/>
          </pc:sldLayoutMkLst>
        </pc:sldLayoutChg>
        <pc:sldLayoutChg chg="add del replId">
          <pc:chgData name="Artur Andrijauskas" userId="5bfec1f382a1885b" providerId="LiveId" clId="{C7B18541-E430-41EB-8DCF-33F07C06A5FD}" dt="2025-03-08T10:45:06.288" v="1" actId="26606"/>
          <pc:sldLayoutMkLst>
            <pc:docMk/>
            <pc:sldMasterMk cId="311886260" sldId="2147483660"/>
            <pc:sldLayoutMk cId="73589112" sldId="2147483667"/>
          </pc:sldLayoutMkLst>
        </pc:sldLayoutChg>
        <pc:sldLayoutChg chg="add del replId">
          <pc:chgData name="Artur Andrijauskas" userId="5bfec1f382a1885b" providerId="LiveId" clId="{C7B18541-E430-41EB-8DCF-33F07C06A5FD}" dt="2025-03-08T10:45:06.288" v="1" actId="26606"/>
          <pc:sldLayoutMkLst>
            <pc:docMk/>
            <pc:sldMasterMk cId="311886260" sldId="2147483660"/>
            <pc:sldLayoutMk cId="638890194" sldId="2147483668"/>
          </pc:sldLayoutMkLst>
        </pc:sldLayoutChg>
        <pc:sldLayoutChg chg="add del replId">
          <pc:chgData name="Artur Andrijauskas" userId="5bfec1f382a1885b" providerId="LiveId" clId="{C7B18541-E430-41EB-8DCF-33F07C06A5FD}" dt="2025-03-08T10:45:06.288" v="1" actId="26606"/>
          <pc:sldLayoutMkLst>
            <pc:docMk/>
            <pc:sldMasterMk cId="311886260" sldId="2147483660"/>
            <pc:sldLayoutMk cId="4112489261" sldId="2147483669"/>
          </pc:sldLayoutMkLst>
        </pc:sldLayoutChg>
        <pc:sldLayoutChg chg="add del replId">
          <pc:chgData name="Artur Andrijauskas" userId="5bfec1f382a1885b" providerId="LiveId" clId="{C7B18541-E430-41EB-8DCF-33F07C06A5FD}" dt="2025-03-08T10:45:06.288" v="1" actId="26606"/>
          <pc:sldLayoutMkLst>
            <pc:docMk/>
            <pc:sldMasterMk cId="311886260" sldId="2147483660"/>
            <pc:sldLayoutMk cId="2886378790" sldId="2147483670"/>
          </pc:sldLayoutMkLst>
        </pc:sldLayoutChg>
        <pc:sldLayoutChg chg="add del replId">
          <pc:chgData name="Artur Andrijauskas" userId="5bfec1f382a1885b" providerId="LiveId" clId="{C7B18541-E430-41EB-8DCF-33F07C06A5FD}" dt="2025-03-08T10:45:06.288" v="1" actId="26606"/>
          <pc:sldLayoutMkLst>
            <pc:docMk/>
            <pc:sldMasterMk cId="311886260" sldId="2147483660"/>
            <pc:sldLayoutMk cId="3950992626" sldId="2147483671"/>
          </pc:sldLayoutMkLst>
        </pc:sldLayoutChg>
      </pc:sldMasterChg>
      <pc:sldMasterChg chg="add addSldLayout">
        <pc:chgData name="Artur Andrijauskas" userId="5bfec1f382a1885b" providerId="LiveId" clId="{C7B18541-E430-41EB-8DCF-33F07C06A5FD}" dt="2025-03-08T10:45:16.432" v="4" actId="26606"/>
        <pc:sldMasterMkLst>
          <pc:docMk/>
          <pc:sldMasterMk cId="610740853" sldId="2147483725"/>
        </pc:sldMasterMkLst>
        <pc:sldLayoutChg chg="add">
          <pc:chgData name="Artur Andrijauskas" userId="5bfec1f382a1885b" providerId="LiveId" clId="{C7B18541-E430-41EB-8DCF-33F07C06A5FD}" dt="2025-03-08T10:45:16.432" v="4" actId="26606"/>
          <pc:sldLayoutMkLst>
            <pc:docMk/>
            <pc:sldMasterMk cId="610740853" sldId="2147483725"/>
            <pc:sldLayoutMk cId="914355764" sldId="2147483714"/>
          </pc:sldLayoutMkLst>
        </pc:sldLayoutChg>
        <pc:sldLayoutChg chg="add">
          <pc:chgData name="Artur Andrijauskas" userId="5bfec1f382a1885b" providerId="LiveId" clId="{C7B18541-E430-41EB-8DCF-33F07C06A5FD}" dt="2025-03-08T10:45:16.432" v="4" actId="26606"/>
          <pc:sldLayoutMkLst>
            <pc:docMk/>
            <pc:sldMasterMk cId="610740853" sldId="2147483725"/>
            <pc:sldLayoutMk cId="3597943924" sldId="2147483715"/>
          </pc:sldLayoutMkLst>
        </pc:sldLayoutChg>
        <pc:sldLayoutChg chg="add">
          <pc:chgData name="Artur Andrijauskas" userId="5bfec1f382a1885b" providerId="LiveId" clId="{C7B18541-E430-41EB-8DCF-33F07C06A5FD}" dt="2025-03-08T10:45:16.432" v="4" actId="26606"/>
          <pc:sldLayoutMkLst>
            <pc:docMk/>
            <pc:sldMasterMk cId="610740853" sldId="2147483725"/>
            <pc:sldLayoutMk cId="3432373227" sldId="2147483716"/>
          </pc:sldLayoutMkLst>
        </pc:sldLayoutChg>
        <pc:sldLayoutChg chg="add">
          <pc:chgData name="Artur Andrijauskas" userId="5bfec1f382a1885b" providerId="LiveId" clId="{C7B18541-E430-41EB-8DCF-33F07C06A5FD}" dt="2025-03-08T10:45:16.432" v="4" actId="26606"/>
          <pc:sldLayoutMkLst>
            <pc:docMk/>
            <pc:sldMasterMk cId="610740853" sldId="2147483725"/>
            <pc:sldLayoutMk cId="1120823243" sldId="2147483717"/>
          </pc:sldLayoutMkLst>
        </pc:sldLayoutChg>
        <pc:sldLayoutChg chg="add">
          <pc:chgData name="Artur Andrijauskas" userId="5bfec1f382a1885b" providerId="LiveId" clId="{C7B18541-E430-41EB-8DCF-33F07C06A5FD}" dt="2025-03-08T10:45:16.432" v="4" actId="26606"/>
          <pc:sldLayoutMkLst>
            <pc:docMk/>
            <pc:sldMasterMk cId="610740853" sldId="2147483725"/>
            <pc:sldLayoutMk cId="2181086983" sldId="2147483718"/>
          </pc:sldLayoutMkLst>
        </pc:sldLayoutChg>
        <pc:sldLayoutChg chg="add">
          <pc:chgData name="Artur Andrijauskas" userId="5bfec1f382a1885b" providerId="LiveId" clId="{C7B18541-E430-41EB-8DCF-33F07C06A5FD}" dt="2025-03-08T10:45:16.432" v="4" actId="26606"/>
          <pc:sldLayoutMkLst>
            <pc:docMk/>
            <pc:sldMasterMk cId="610740853" sldId="2147483725"/>
            <pc:sldLayoutMk cId="1062625755" sldId="2147483719"/>
          </pc:sldLayoutMkLst>
        </pc:sldLayoutChg>
        <pc:sldLayoutChg chg="add">
          <pc:chgData name="Artur Andrijauskas" userId="5bfec1f382a1885b" providerId="LiveId" clId="{C7B18541-E430-41EB-8DCF-33F07C06A5FD}" dt="2025-03-08T10:45:16.432" v="4" actId="26606"/>
          <pc:sldLayoutMkLst>
            <pc:docMk/>
            <pc:sldMasterMk cId="610740853" sldId="2147483725"/>
            <pc:sldLayoutMk cId="1725967059" sldId="2147483720"/>
          </pc:sldLayoutMkLst>
        </pc:sldLayoutChg>
        <pc:sldLayoutChg chg="add">
          <pc:chgData name="Artur Andrijauskas" userId="5bfec1f382a1885b" providerId="LiveId" clId="{C7B18541-E430-41EB-8DCF-33F07C06A5FD}" dt="2025-03-08T10:45:16.432" v="4" actId="26606"/>
          <pc:sldLayoutMkLst>
            <pc:docMk/>
            <pc:sldMasterMk cId="610740853" sldId="2147483725"/>
            <pc:sldLayoutMk cId="2528765965" sldId="2147483721"/>
          </pc:sldLayoutMkLst>
        </pc:sldLayoutChg>
        <pc:sldLayoutChg chg="add">
          <pc:chgData name="Artur Andrijauskas" userId="5bfec1f382a1885b" providerId="LiveId" clId="{C7B18541-E430-41EB-8DCF-33F07C06A5FD}" dt="2025-03-08T10:45:16.432" v="4" actId="26606"/>
          <pc:sldLayoutMkLst>
            <pc:docMk/>
            <pc:sldMasterMk cId="610740853" sldId="2147483725"/>
            <pc:sldLayoutMk cId="2387528955" sldId="2147483722"/>
          </pc:sldLayoutMkLst>
        </pc:sldLayoutChg>
        <pc:sldLayoutChg chg="add">
          <pc:chgData name="Artur Andrijauskas" userId="5bfec1f382a1885b" providerId="LiveId" clId="{C7B18541-E430-41EB-8DCF-33F07C06A5FD}" dt="2025-03-08T10:45:16.432" v="4" actId="26606"/>
          <pc:sldLayoutMkLst>
            <pc:docMk/>
            <pc:sldMasterMk cId="610740853" sldId="2147483725"/>
            <pc:sldLayoutMk cId="4163346194" sldId="2147483723"/>
          </pc:sldLayoutMkLst>
        </pc:sldLayoutChg>
        <pc:sldLayoutChg chg="add">
          <pc:chgData name="Artur Andrijauskas" userId="5bfec1f382a1885b" providerId="LiveId" clId="{C7B18541-E430-41EB-8DCF-33F07C06A5FD}" dt="2025-03-08T10:45:16.432" v="4" actId="26606"/>
          <pc:sldLayoutMkLst>
            <pc:docMk/>
            <pc:sldMasterMk cId="610740853" sldId="2147483725"/>
            <pc:sldLayoutMk cId="338841584" sldId="2147483724"/>
          </pc:sldLayoutMkLst>
        </pc:sldLayoutChg>
      </pc:sldMasterChg>
      <pc:sldMasterChg chg="add del addSldLayout delSldLayout">
        <pc:chgData name="Artur Andrijauskas" userId="5bfec1f382a1885b" providerId="LiveId" clId="{C7B18541-E430-41EB-8DCF-33F07C06A5FD}" dt="2025-03-08T10:45:16.389" v="3" actId="26606"/>
        <pc:sldMasterMkLst>
          <pc:docMk/>
          <pc:sldMasterMk cId="1855930033" sldId="2147483725"/>
        </pc:sldMasterMkLst>
        <pc:sldLayoutChg chg="add del">
          <pc:chgData name="Artur Andrijauskas" userId="5bfec1f382a1885b" providerId="LiveId" clId="{C7B18541-E430-41EB-8DCF-33F07C06A5FD}" dt="2025-03-08T10:45:16.389" v="3" actId="26606"/>
          <pc:sldLayoutMkLst>
            <pc:docMk/>
            <pc:sldMasterMk cId="1855930033" sldId="2147483725"/>
            <pc:sldLayoutMk cId="864736191" sldId="2147483714"/>
          </pc:sldLayoutMkLst>
        </pc:sldLayoutChg>
        <pc:sldLayoutChg chg="add del">
          <pc:chgData name="Artur Andrijauskas" userId="5bfec1f382a1885b" providerId="LiveId" clId="{C7B18541-E430-41EB-8DCF-33F07C06A5FD}" dt="2025-03-08T10:45:16.389" v="3" actId="26606"/>
          <pc:sldLayoutMkLst>
            <pc:docMk/>
            <pc:sldMasterMk cId="1855930033" sldId="2147483725"/>
            <pc:sldLayoutMk cId="3705785944" sldId="2147483715"/>
          </pc:sldLayoutMkLst>
        </pc:sldLayoutChg>
        <pc:sldLayoutChg chg="add del">
          <pc:chgData name="Artur Andrijauskas" userId="5bfec1f382a1885b" providerId="LiveId" clId="{C7B18541-E430-41EB-8DCF-33F07C06A5FD}" dt="2025-03-08T10:45:16.389" v="3" actId="26606"/>
          <pc:sldLayoutMkLst>
            <pc:docMk/>
            <pc:sldMasterMk cId="1855930033" sldId="2147483725"/>
            <pc:sldLayoutMk cId="1741202920" sldId="2147483716"/>
          </pc:sldLayoutMkLst>
        </pc:sldLayoutChg>
        <pc:sldLayoutChg chg="add del">
          <pc:chgData name="Artur Andrijauskas" userId="5bfec1f382a1885b" providerId="LiveId" clId="{C7B18541-E430-41EB-8DCF-33F07C06A5FD}" dt="2025-03-08T10:45:16.389" v="3" actId="26606"/>
          <pc:sldLayoutMkLst>
            <pc:docMk/>
            <pc:sldMasterMk cId="1855930033" sldId="2147483725"/>
            <pc:sldLayoutMk cId="2247707911" sldId="2147483717"/>
          </pc:sldLayoutMkLst>
        </pc:sldLayoutChg>
        <pc:sldLayoutChg chg="add del">
          <pc:chgData name="Artur Andrijauskas" userId="5bfec1f382a1885b" providerId="LiveId" clId="{C7B18541-E430-41EB-8DCF-33F07C06A5FD}" dt="2025-03-08T10:45:16.389" v="3" actId="26606"/>
          <pc:sldLayoutMkLst>
            <pc:docMk/>
            <pc:sldMasterMk cId="1855930033" sldId="2147483725"/>
            <pc:sldLayoutMk cId="984646219" sldId="2147483718"/>
          </pc:sldLayoutMkLst>
        </pc:sldLayoutChg>
        <pc:sldLayoutChg chg="add del">
          <pc:chgData name="Artur Andrijauskas" userId="5bfec1f382a1885b" providerId="LiveId" clId="{C7B18541-E430-41EB-8DCF-33F07C06A5FD}" dt="2025-03-08T10:45:16.389" v="3" actId="26606"/>
          <pc:sldLayoutMkLst>
            <pc:docMk/>
            <pc:sldMasterMk cId="1855930033" sldId="2147483725"/>
            <pc:sldLayoutMk cId="1562752486" sldId="2147483719"/>
          </pc:sldLayoutMkLst>
        </pc:sldLayoutChg>
        <pc:sldLayoutChg chg="add del">
          <pc:chgData name="Artur Andrijauskas" userId="5bfec1f382a1885b" providerId="LiveId" clId="{C7B18541-E430-41EB-8DCF-33F07C06A5FD}" dt="2025-03-08T10:45:16.389" v="3" actId="26606"/>
          <pc:sldLayoutMkLst>
            <pc:docMk/>
            <pc:sldMasterMk cId="1855930033" sldId="2147483725"/>
            <pc:sldLayoutMk cId="2084008521" sldId="2147483720"/>
          </pc:sldLayoutMkLst>
        </pc:sldLayoutChg>
        <pc:sldLayoutChg chg="add del">
          <pc:chgData name="Artur Andrijauskas" userId="5bfec1f382a1885b" providerId="LiveId" clId="{C7B18541-E430-41EB-8DCF-33F07C06A5FD}" dt="2025-03-08T10:45:16.389" v="3" actId="26606"/>
          <pc:sldLayoutMkLst>
            <pc:docMk/>
            <pc:sldMasterMk cId="1855930033" sldId="2147483725"/>
            <pc:sldLayoutMk cId="1935440923" sldId="2147483721"/>
          </pc:sldLayoutMkLst>
        </pc:sldLayoutChg>
        <pc:sldLayoutChg chg="add del">
          <pc:chgData name="Artur Andrijauskas" userId="5bfec1f382a1885b" providerId="LiveId" clId="{C7B18541-E430-41EB-8DCF-33F07C06A5FD}" dt="2025-03-08T10:45:16.389" v="3" actId="26606"/>
          <pc:sldLayoutMkLst>
            <pc:docMk/>
            <pc:sldMasterMk cId="1855930033" sldId="2147483725"/>
            <pc:sldLayoutMk cId="2357204896" sldId="2147483722"/>
          </pc:sldLayoutMkLst>
        </pc:sldLayoutChg>
        <pc:sldLayoutChg chg="add del">
          <pc:chgData name="Artur Andrijauskas" userId="5bfec1f382a1885b" providerId="LiveId" clId="{C7B18541-E430-41EB-8DCF-33F07C06A5FD}" dt="2025-03-08T10:45:16.389" v="3" actId="26606"/>
          <pc:sldLayoutMkLst>
            <pc:docMk/>
            <pc:sldMasterMk cId="1855930033" sldId="2147483725"/>
            <pc:sldLayoutMk cId="16925334" sldId="2147483723"/>
          </pc:sldLayoutMkLst>
        </pc:sldLayoutChg>
        <pc:sldLayoutChg chg="add del">
          <pc:chgData name="Artur Andrijauskas" userId="5bfec1f382a1885b" providerId="LiveId" clId="{C7B18541-E430-41EB-8DCF-33F07C06A5FD}" dt="2025-03-08T10:45:16.389" v="3" actId="26606"/>
          <pc:sldLayoutMkLst>
            <pc:docMk/>
            <pc:sldMasterMk cId="1855930033" sldId="2147483725"/>
            <pc:sldLayoutMk cId="3198064842" sldId="2147483724"/>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E1A06-8754-4870-9E44-E39BADAD98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27F020-BBC3-49BB-91C2-5B2CBD64B3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7C0C22-EBDA-4130-87AE-CB28BC19B077}"/>
              </a:ext>
            </a:extLst>
          </p:cNvPr>
          <p:cNvSpPr>
            <a:spLocks noGrp="1"/>
          </p:cNvSpPr>
          <p:nvPr>
            <p:ph type="dt" sz="half" idx="10"/>
          </p:nvPr>
        </p:nvSpPr>
        <p:spPr/>
        <p:txBody>
          <a:bodyPr/>
          <a:lstStyle/>
          <a:p>
            <a:fld id="{82EDB8D0-98ED-4B86-9D5F-E61ADC70144D}" type="datetimeFigureOut">
              <a:rPr lang="en-US" smtClean="0"/>
              <a:t>3/11/2025</a:t>
            </a:fld>
            <a:endParaRPr lang="en-US" dirty="0"/>
          </a:p>
        </p:txBody>
      </p:sp>
      <p:sp>
        <p:nvSpPr>
          <p:cNvPr id="5" name="Footer Placeholder 4">
            <a:extLst>
              <a:ext uri="{FF2B5EF4-FFF2-40B4-BE49-F238E27FC236}">
                <a16:creationId xmlns:a16="http://schemas.microsoft.com/office/drawing/2014/main" id="{E2A419A8-07CA-4A4C-AEC2-C40D4D50AF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FA7B86-E610-42EA-B4DC-C2F447785273}"/>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7" name="Freeform: Shape 6">
            <a:extLst>
              <a:ext uri="{FF2B5EF4-FFF2-40B4-BE49-F238E27FC236}">
                <a16:creationId xmlns:a16="http://schemas.microsoft.com/office/drawing/2014/main" id="{8A7BA06D-B3FF-4E91-8639-B4569AE3AA23}"/>
              </a:ext>
            </a:extLst>
          </p:cNvPr>
          <p:cNvSpPr/>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Arc 7">
            <a:extLst>
              <a:ext uri="{FF2B5EF4-FFF2-40B4-BE49-F238E27FC236}">
                <a16:creationId xmlns:a16="http://schemas.microsoft.com/office/drawing/2014/main" id="{2B30C86D-5A07-48BC-9C9D-6F9A2DB1E9E1}"/>
              </a:ext>
            </a:extLst>
          </p:cNvPr>
          <p:cNvSpPr/>
          <p:nvPr/>
        </p:nvSpPr>
        <p:spPr>
          <a:xfrm rot="10800000" flipV="1">
            <a:off x="555710" y="106482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28765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838200" y="1825625"/>
            <a:ext cx="10515600" cy="38597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p>
            <a:fld id="{82EDB8D0-98ED-4B86-9D5F-E61ADC70144D}" type="datetimeFigureOut">
              <a:rPr lang="en-US" smtClean="0"/>
              <a:t>3/11/2025</a:t>
            </a:fld>
            <a:endParaRPr lang="en-US" dirty="0"/>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7" name="Freeform: Shape 6">
            <a:extLst>
              <a:ext uri="{FF2B5EF4-FFF2-40B4-BE49-F238E27FC236}">
                <a16:creationId xmlns:a16="http://schemas.microsoft.com/office/drawing/2014/main" id="{23DA7759-3209-4FE2-96D1-4EEDD81E9EA0}"/>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Freeform: Shape 7">
            <a:extLst>
              <a:ext uri="{FF2B5EF4-FFF2-40B4-BE49-F238E27FC236}">
                <a16:creationId xmlns:a16="http://schemas.microsoft.com/office/drawing/2014/main" id="{41460DAD-8769-4C9F-9C8C-BB0443909D76}"/>
              </a:ext>
            </a:extLst>
          </p:cNvPr>
          <p:cNvSpPr/>
          <p:nvPr/>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87528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C0001-5D76-45A0-A9F4-7172BDDD5D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A5F313-1240-47AE-A026-7F349292B5CA}"/>
              </a:ext>
            </a:extLst>
          </p:cNvPr>
          <p:cNvSpPr>
            <a:spLocks noGrp="1"/>
          </p:cNvSpPr>
          <p:nvPr>
            <p:ph type="dt" sz="half" idx="10"/>
          </p:nvPr>
        </p:nvSpPr>
        <p:spPr/>
        <p:txBody>
          <a:bodyPr/>
          <a:lstStyle/>
          <a:p>
            <a:fld id="{82EDB8D0-98ED-4B86-9D5F-E61ADC70144D}" type="datetimeFigureOut">
              <a:rPr lang="en-US" smtClean="0"/>
              <a:t>3/11/2025</a:t>
            </a:fld>
            <a:endParaRPr lang="en-US"/>
          </a:p>
        </p:txBody>
      </p:sp>
      <p:sp>
        <p:nvSpPr>
          <p:cNvPr id="5" name="Footer Placeholder 4">
            <a:extLst>
              <a:ext uri="{FF2B5EF4-FFF2-40B4-BE49-F238E27FC236}">
                <a16:creationId xmlns:a16="http://schemas.microsoft.com/office/drawing/2014/main" id="{22448158-6132-4335-B8E1-F6A8963837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94C5B6-1598-48B4-9B3A-3078FDBE90B7}"/>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9" name="Freeform: Shape 8">
            <a:extLst>
              <a:ext uri="{FF2B5EF4-FFF2-40B4-BE49-F238E27FC236}">
                <a16:creationId xmlns:a16="http://schemas.microsoft.com/office/drawing/2014/main" id="{FEDBDD32-D3EE-4848-A112-BA814D4631CD}"/>
              </a:ext>
            </a:extLst>
          </p:cNvPr>
          <p:cNvSpPr/>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Arc 9">
            <a:extLst>
              <a:ext uri="{FF2B5EF4-FFF2-40B4-BE49-F238E27FC236}">
                <a16:creationId xmlns:a16="http://schemas.microsoft.com/office/drawing/2014/main" id="{61350361-843C-49D0-BD6A-ECDBA3842BA0}"/>
              </a:ext>
            </a:extLst>
          </p:cNvPr>
          <p:cNvSpPr/>
          <p:nvPr/>
        </p:nvSpPr>
        <p:spPr>
          <a:xfrm rot="10800000" flipV="1">
            <a:off x="555710" y="106482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33461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BFD05-2CB2-4A7E-89E7-57615BA82B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9532B8-D460-476D-816F-725E8D96C0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6F7120F-70AF-4ED5-B364-3AA55C6B44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D8B65F-F709-469F-9961-4D01896CAA12}"/>
              </a:ext>
            </a:extLst>
          </p:cNvPr>
          <p:cNvSpPr>
            <a:spLocks noGrp="1"/>
          </p:cNvSpPr>
          <p:nvPr>
            <p:ph type="dt" sz="half" idx="10"/>
          </p:nvPr>
        </p:nvSpPr>
        <p:spPr/>
        <p:txBody>
          <a:bodyPr/>
          <a:lstStyle/>
          <a:p>
            <a:fld id="{82EDB8D0-98ED-4B86-9D5F-E61ADC70144D}" type="datetimeFigureOut">
              <a:rPr lang="en-US" smtClean="0"/>
              <a:t>3/11/2025</a:t>
            </a:fld>
            <a:endParaRPr lang="en-US"/>
          </a:p>
        </p:txBody>
      </p:sp>
      <p:sp>
        <p:nvSpPr>
          <p:cNvPr id="6" name="Footer Placeholder 5">
            <a:extLst>
              <a:ext uri="{FF2B5EF4-FFF2-40B4-BE49-F238E27FC236}">
                <a16:creationId xmlns:a16="http://schemas.microsoft.com/office/drawing/2014/main" id="{B781C6BC-B23D-48BC-AD44-654DDB8D01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00D60B-86A1-479D-BCE8-06D2C3DBC94E}"/>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8" name="Freeform: Shape 7">
            <a:extLst>
              <a:ext uri="{FF2B5EF4-FFF2-40B4-BE49-F238E27FC236}">
                <a16:creationId xmlns:a16="http://schemas.microsoft.com/office/drawing/2014/main" id="{B4EC5136-99DA-40B5-8F79-5C3A56D38BA1}"/>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4F8FB775-26C4-41BA-837C-4478D48D215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8841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8A5018-8A77-40E8-B159-4894ECF228B1}"/>
              </a:ext>
            </a:extLst>
          </p:cNvPr>
          <p:cNvSpPr>
            <a:spLocks noGrp="1"/>
          </p:cNvSpPr>
          <p:nvPr>
            <p:ph type="dt" sz="half" idx="10"/>
          </p:nvPr>
        </p:nvSpPr>
        <p:spPr/>
        <p:txBody>
          <a:bodyPr/>
          <a:lstStyle/>
          <a:p>
            <a:fld id="{82EDB8D0-98ED-4B86-9D5F-E61ADC70144D}" type="datetimeFigureOut">
              <a:rPr lang="en-US" smtClean="0"/>
              <a:t>3/11/2025</a:t>
            </a:fld>
            <a:endParaRPr lang="en-US"/>
          </a:p>
        </p:txBody>
      </p:sp>
      <p:sp>
        <p:nvSpPr>
          <p:cNvPr id="8" name="Footer Placeholder 7">
            <a:extLst>
              <a:ext uri="{FF2B5EF4-FFF2-40B4-BE49-F238E27FC236}">
                <a16:creationId xmlns:a16="http://schemas.microsoft.com/office/drawing/2014/main" id="{8AD79441-8908-4461-9FDD-BCE63883709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10" name="Freeform: Shape 9">
            <a:extLst>
              <a:ext uri="{FF2B5EF4-FFF2-40B4-BE49-F238E27FC236}">
                <a16:creationId xmlns:a16="http://schemas.microsoft.com/office/drawing/2014/main" id="{862D7398-9A79-4B24-9C7D-F0DEED57C70B}"/>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C07F28CD-1873-4E36-A064-2D25E0A8501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43557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p:txBody>
          <a:bodyPr/>
          <a:lstStyle/>
          <a:p>
            <a:fld id="{82EDB8D0-98ED-4B86-9D5F-E61ADC70144D}" type="datetimeFigureOut">
              <a:rPr lang="en-US" smtClean="0"/>
              <a:t>3/11/2025</a:t>
            </a:fld>
            <a:endParaRPr lang="en-US"/>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6" name="Freeform: Shape 5">
            <a:extLst>
              <a:ext uri="{FF2B5EF4-FFF2-40B4-BE49-F238E27FC236}">
                <a16:creationId xmlns:a16="http://schemas.microsoft.com/office/drawing/2014/main" id="{DC13EF9C-0B5A-4364-91AA-E5DD5B536E54}"/>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Freeform: Shape 6">
            <a:extLst>
              <a:ext uri="{FF2B5EF4-FFF2-40B4-BE49-F238E27FC236}">
                <a16:creationId xmlns:a16="http://schemas.microsoft.com/office/drawing/2014/main" id="{8F674475-6327-490A-BD7F-084F5C07F2E4}"/>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62625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24287-C9B9-48AC-8E4D-A282DE2F44F5}"/>
              </a:ext>
            </a:extLst>
          </p:cNvPr>
          <p:cNvSpPr>
            <a:spLocks noGrp="1"/>
          </p:cNvSpPr>
          <p:nvPr>
            <p:ph type="dt" sz="half" idx="10"/>
          </p:nvPr>
        </p:nvSpPr>
        <p:spPr/>
        <p:txBody>
          <a:bodyPr/>
          <a:lstStyle/>
          <a:p>
            <a:fld id="{82EDB8D0-98ED-4B86-9D5F-E61ADC70144D}" type="datetimeFigureOut">
              <a:rPr lang="en-US" smtClean="0"/>
              <a:t>3/11/2025</a:t>
            </a:fld>
            <a:endParaRPr lang="en-US"/>
          </a:p>
        </p:txBody>
      </p:sp>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979439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FC812-4DB6-4F98-9404-29C191D3BA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F0855E-0CD6-47DD-B648-4C84C783D7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D50082B-17D7-4D61-8AEB-81517D85D2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70783-FF31-4C4E-9196-EB169B209747}"/>
              </a:ext>
            </a:extLst>
          </p:cNvPr>
          <p:cNvSpPr>
            <a:spLocks noGrp="1"/>
          </p:cNvSpPr>
          <p:nvPr>
            <p:ph type="dt" sz="half" idx="10"/>
          </p:nvPr>
        </p:nvSpPr>
        <p:spPr/>
        <p:txBody>
          <a:bodyPr/>
          <a:lstStyle/>
          <a:p>
            <a:fld id="{82EDB8D0-98ED-4B86-9D5F-E61ADC70144D}" type="datetimeFigureOut">
              <a:rPr lang="en-US" smtClean="0"/>
              <a:t>3/11/2025</a:t>
            </a:fld>
            <a:endParaRPr lang="en-US"/>
          </a:p>
        </p:txBody>
      </p:sp>
      <p:sp>
        <p:nvSpPr>
          <p:cNvPr id="6" name="Footer Placeholder 5">
            <a:extLst>
              <a:ext uri="{FF2B5EF4-FFF2-40B4-BE49-F238E27FC236}">
                <a16:creationId xmlns:a16="http://schemas.microsoft.com/office/drawing/2014/main" id="{7D92E260-747D-40FD-A062-9DD5E6835A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7E50A0-1E05-49C5-88C9-46267751201F}"/>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8" name="Freeform: Shape 7">
            <a:extLst>
              <a:ext uri="{FF2B5EF4-FFF2-40B4-BE49-F238E27FC236}">
                <a16:creationId xmlns:a16="http://schemas.microsoft.com/office/drawing/2014/main" id="{2C155C63-9F58-4422-B669-F97486280671}"/>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385DBA62-0EDB-47AA-86C7-90463BC9B308}"/>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323732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D7521-E43D-41D1-B458-26B20DC6DD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2472CF2-2653-4B98-A416-D7A0A860EC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6EF87F5-0B10-4AC7-9599-F088C5E796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A07CB7-0520-4D64-B76C-C31AC557832D}"/>
              </a:ext>
            </a:extLst>
          </p:cNvPr>
          <p:cNvSpPr>
            <a:spLocks noGrp="1"/>
          </p:cNvSpPr>
          <p:nvPr>
            <p:ph type="dt" sz="half" idx="10"/>
          </p:nvPr>
        </p:nvSpPr>
        <p:spPr/>
        <p:txBody>
          <a:bodyPr/>
          <a:lstStyle/>
          <a:p>
            <a:fld id="{82EDB8D0-98ED-4B86-9D5F-E61ADC70144D}" type="datetimeFigureOut">
              <a:rPr lang="en-US" smtClean="0"/>
              <a:t>3/11/2025</a:t>
            </a:fld>
            <a:endParaRPr lang="en-US"/>
          </a:p>
        </p:txBody>
      </p:sp>
      <p:sp>
        <p:nvSpPr>
          <p:cNvPr id="6" name="Footer Placeholder 5">
            <a:extLst>
              <a:ext uri="{FF2B5EF4-FFF2-40B4-BE49-F238E27FC236}">
                <a16:creationId xmlns:a16="http://schemas.microsoft.com/office/drawing/2014/main" id="{92EEB226-AD45-45DF-AAB5-5513AE732A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E96AEB-9481-4CCE-B110-FEDD334835B8}"/>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8" name="Freeform: Shape 7">
            <a:extLst>
              <a:ext uri="{FF2B5EF4-FFF2-40B4-BE49-F238E27FC236}">
                <a16:creationId xmlns:a16="http://schemas.microsoft.com/office/drawing/2014/main" id="{6BA9707F-7BCE-464F-BF45-E216527084EE}"/>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BC589723-2CC8-49D1-B4E1-36FECED6A2D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208232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6E5D1-6D19-4E7F-9B4E-42326B7716F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AD2A06C-F91A-4ADC-9CD2-61F0A4D7EE1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43AA9A-2280-4F63-8B3D-20742AE6901F}"/>
              </a:ext>
            </a:extLst>
          </p:cNvPr>
          <p:cNvSpPr>
            <a:spLocks noGrp="1"/>
          </p:cNvSpPr>
          <p:nvPr>
            <p:ph type="dt" sz="half" idx="10"/>
          </p:nvPr>
        </p:nvSpPr>
        <p:spPr/>
        <p:txBody>
          <a:bodyPr/>
          <a:lstStyle/>
          <a:p>
            <a:fld id="{82EDB8D0-98ED-4B86-9D5F-E61ADC70144D}" type="datetimeFigureOut">
              <a:rPr lang="en-US" smtClean="0"/>
              <a:t>3/11/2025</a:t>
            </a:fld>
            <a:endParaRPr lang="en-US"/>
          </a:p>
        </p:txBody>
      </p:sp>
      <p:sp>
        <p:nvSpPr>
          <p:cNvPr id="5" name="Footer Placeholder 4">
            <a:extLst>
              <a:ext uri="{FF2B5EF4-FFF2-40B4-BE49-F238E27FC236}">
                <a16:creationId xmlns:a16="http://schemas.microsoft.com/office/drawing/2014/main" id="{E40D986B-E58E-43B6-8A80-FFA9D8F748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140D36-2E71-4F27-967F-7A3E4C6EE197}"/>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7" name="Freeform: Shape 6">
            <a:extLst>
              <a:ext uri="{FF2B5EF4-FFF2-40B4-BE49-F238E27FC236}">
                <a16:creationId xmlns:a16="http://schemas.microsoft.com/office/drawing/2014/main" id="{C1609904-5327-4D2C-A445-B270A00F3B5F}"/>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Freeform: Shape 7">
            <a:extLst>
              <a:ext uri="{FF2B5EF4-FFF2-40B4-BE49-F238E27FC236}">
                <a16:creationId xmlns:a16="http://schemas.microsoft.com/office/drawing/2014/main" id="{30FC7BEC-08C5-4D95-9C84-B48BC8AD1C94}"/>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810869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1FEA3D-0C7F-45CD-B6A0-942F707B363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8B8A12-BCE6-4D03-A637-1DEC8924BEF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9755-9FF4-428A-AEB7-1A6477466741}"/>
              </a:ext>
            </a:extLst>
          </p:cNvPr>
          <p:cNvSpPr>
            <a:spLocks noGrp="1"/>
          </p:cNvSpPr>
          <p:nvPr>
            <p:ph type="dt" sz="half" idx="10"/>
          </p:nvPr>
        </p:nvSpPr>
        <p:spPr/>
        <p:txBody>
          <a:bodyPr/>
          <a:lstStyle/>
          <a:p>
            <a:fld id="{82EDB8D0-98ED-4B86-9D5F-E61ADC70144D}" type="datetimeFigureOut">
              <a:rPr lang="en-US" smtClean="0"/>
              <a:t>3/11/2025</a:t>
            </a:fld>
            <a:endParaRPr lang="en-US"/>
          </a:p>
        </p:txBody>
      </p:sp>
      <p:sp>
        <p:nvSpPr>
          <p:cNvPr id="5" name="Footer Placeholder 4">
            <a:extLst>
              <a:ext uri="{FF2B5EF4-FFF2-40B4-BE49-F238E27FC236}">
                <a16:creationId xmlns:a16="http://schemas.microsoft.com/office/drawing/2014/main" id="{A5141836-11E2-49FD-877D-53B74514A9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D24C42-4B05-4EEF-BE14-29041EC9C0E5}"/>
              </a:ext>
            </a:extLst>
          </p:cNvPr>
          <p:cNvSpPr>
            <a:spLocks noGrp="1"/>
          </p:cNvSpPr>
          <p:nvPr>
            <p:ph type="sldNum" sz="quarter" idx="12"/>
          </p:nvPr>
        </p:nvSpPr>
        <p:spPr/>
        <p:txBody>
          <a:bodyPr/>
          <a:lstStyle/>
          <a:p>
            <a:fld id="{4854181D-6920-4594-9A5D-6CE56DC9F8B2}" type="slidenum">
              <a:rPr lang="en-US" smtClean="0"/>
              <a:t>‹#›</a:t>
            </a:fld>
            <a:endParaRPr lang="en-US"/>
          </a:p>
        </p:txBody>
      </p:sp>
      <p:sp>
        <p:nvSpPr>
          <p:cNvPr id="7" name="Freeform: Shape 6">
            <a:extLst>
              <a:ext uri="{FF2B5EF4-FFF2-40B4-BE49-F238E27FC236}">
                <a16:creationId xmlns:a16="http://schemas.microsoft.com/office/drawing/2014/main" id="{5BADDEB1-F604-408B-B02A-A2814606E6AF}"/>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Freeform: Shape 7">
            <a:extLst>
              <a:ext uri="{FF2B5EF4-FFF2-40B4-BE49-F238E27FC236}">
                <a16:creationId xmlns:a16="http://schemas.microsoft.com/office/drawing/2014/main" id="{D8DF7987-332F-4D6C-81C3-990F39C76C96}"/>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5967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EC5685-19F1-49DA-ADE5-D5D32F1659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FC0A4D-22A1-4554-B5DE-887974F4DF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9D5CDC-F2CE-410E-AD13-DDC235C71C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cap="none" spc="0" baseline="0">
                <a:solidFill>
                  <a:schemeClr val="tx1">
                    <a:tint val="75000"/>
                  </a:schemeClr>
                </a:solidFill>
                <a:latin typeface="+mn-lt"/>
              </a:defRPr>
            </a:lvl1pPr>
          </a:lstStyle>
          <a:p>
            <a:fld id="{82EDB8D0-98ED-4B86-9D5F-E61ADC70144D}" type="datetimeFigureOut">
              <a:rPr lang="en-US" smtClean="0"/>
              <a:pPr/>
              <a:t>3/11/2025</a:t>
            </a:fld>
            <a:endParaRPr lang="en-US" dirty="0"/>
          </a:p>
        </p:txBody>
      </p:sp>
      <p:sp>
        <p:nvSpPr>
          <p:cNvPr id="5" name="Footer Placeholder 4">
            <a:extLst>
              <a:ext uri="{FF2B5EF4-FFF2-40B4-BE49-F238E27FC236}">
                <a16:creationId xmlns:a16="http://schemas.microsoft.com/office/drawing/2014/main" id="{9340CD45-794A-4BB0-A427-0CE61AEAF4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cap="none" spc="0" baseline="0">
                <a:solidFill>
                  <a:schemeClr val="tx1">
                    <a:tint val="75000"/>
                  </a:schemeClr>
                </a:solidFill>
                <a:latin typeface="+mn-lt"/>
              </a:defRPr>
            </a:lvl1pPr>
          </a:lstStyle>
          <a:p>
            <a:endParaRPr lang="en-US"/>
          </a:p>
        </p:txBody>
      </p:sp>
      <p:sp>
        <p:nvSpPr>
          <p:cNvPr id="6" name="Slide Number Placeholder 5">
            <a:extLst>
              <a:ext uri="{FF2B5EF4-FFF2-40B4-BE49-F238E27FC236}">
                <a16:creationId xmlns:a16="http://schemas.microsoft.com/office/drawing/2014/main" id="{FCB3AB91-9588-4071-92D2-364F4A6ED0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cap="none" spc="0" baseline="0">
                <a:solidFill>
                  <a:schemeClr val="tx1">
                    <a:tint val="75000"/>
                  </a:schemeClr>
                </a:solidFill>
                <a:latin typeface="+mn-lt"/>
              </a:defRPr>
            </a:lvl1pPr>
          </a:lstStyle>
          <a:p>
            <a:fld id="{4854181D-6920-4594-9A5D-6CE56DC9F8B2}" type="slidenum">
              <a:rPr lang="en-US" smtClean="0"/>
              <a:pPr/>
              <a:t>‹#›</a:t>
            </a:fld>
            <a:endParaRPr lang="en-US"/>
          </a:p>
        </p:txBody>
      </p:sp>
    </p:spTree>
    <p:extLst>
      <p:ext uri="{BB962C8B-B14F-4D97-AF65-F5344CB8AC3E}">
        <p14:creationId xmlns:p14="http://schemas.microsoft.com/office/powerpoint/2010/main" val="610740853"/>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14" r:id="rId5"/>
    <p:sldLayoutId id="2147483719" r:id="rId6"/>
    <p:sldLayoutId id="2147483715" r:id="rId7"/>
    <p:sldLayoutId id="2147483716" r:id="rId8"/>
    <p:sldLayoutId id="2147483717" r:id="rId9"/>
    <p:sldLayoutId id="2147483718" r:id="rId10"/>
    <p:sldLayoutId id="214748372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906370-1564-49FA-A802-58546B3922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686646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9" name="Picture 18" descr="Vector background of vibrant colors splashing">
            <a:extLst>
              <a:ext uri="{FF2B5EF4-FFF2-40B4-BE49-F238E27FC236}">
                <a16:creationId xmlns:a16="http://schemas.microsoft.com/office/drawing/2014/main" id="{604D6C08-A280-9B51-01F1-BDCE69956976}"/>
              </a:ext>
            </a:extLst>
          </p:cNvPr>
          <p:cNvPicPr>
            <a:picLocks noChangeAspect="1"/>
          </p:cNvPicPr>
          <p:nvPr/>
        </p:nvPicPr>
        <p:blipFill>
          <a:blip r:embed="rId2">
            <a:alphaModFix amt="55000"/>
          </a:blip>
          <a:srcRect t="17279"/>
          <a:stretch/>
        </p:blipFill>
        <p:spPr>
          <a:xfrm>
            <a:off x="20" y="10"/>
            <a:ext cx="12191980" cy="6857990"/>
          </a:xfrm>
          <a:prstGeom prst="rect">
            <a:avLst/>
          </a:prstGeom>
        </p:spPr>
      </p:pic>
      <p:sp>
        <p:nvSpPr>
          <p:cNvPr id="20" name="Oval 19">
            <a:extLst>
              <a:ext uri="{FF2B5EF4-FFF2-40B4-BE49-F238E27FC236}">
                <a16:creationId xmlns:a16="http://schemas.microsoft.com/office/drawing/2014/main" id="{EF640709-BDFD-453B-B75D-6212E7A870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11500" y="370600"/>
            <a:ext cx="5923842" cy="5923842"/>
          </a:xfrm>
          <a:prstGeom prst="ellipse">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B3C6C49-FA1D-9E9D-9370-814B89FE620E}"/>
              </a:ext>
            </a:extLst>
          </p:cNvPr>
          <p:cNvSpPr>
            <a:spLocks noGrp="1"/>
          </p:cNvSpPr>
          <p:nvPr>
            <p:ph type="ctrTitle"/>
          </p:nvPr>
        </p:nvSpPr>
        <p:spPr>
          <a:xfrm>
            <a:off x="3577192" y="1032483"/>
            <a:ext cx="5037616" cy="2982360"/>
          </a:xfrm>
        </p:spPr>
        <p:txBody>
          <a:bodyPr>
            <a:normAutofit/>
          </a:bodyPr>
          <a:lstStyle/>
          <a:p>
            <a:r>
              <a:rPr lang="en-GB" dirty="0"/>
              <a:t>Mid Project Demonstration</a:t>
            </a:r>
          </a:p>
        </p:txBody>
      </p:sp>
      <p:sp>
        <p:nvSpPr>
          <p:cNvPr id="3" name="Subtitle 2">
            <a:extLst>
              <a:ext uri="{FF2B5EF4-FFF2-40B4-BE49-F238E27FC236}">
                <a16:creationId xmlns:a16="http://schemas.microsoft.com/office/drawing/2014/main" id="{C591C8BD-D25F-4014-649B-E45917D6A200}"/>
              </a:ext>
            </a:extLst>
          </p:cNvPr>
          <p:cNvSpPr>
            <a:spLocks noGrp="1"/>
          </p:cNvSpPr>
          <p:nvPr>
            <p:ph type="subTitle" idx="1"/>
          </p:nvPr>
        </p:nvSpPr>
        <p:spPr>
          <a:xfrm>
            <a:off x="3577192" y="4106918"/>
            <a:ext cx="5037616" cy="1655762"/>
          </a:xfrm>
        </p:spPr>
        <p:txBody>
          <a:bodyPr>
            <a:normAutofit/>
          </a:bodyPr>
          <a:lstStyle/>
          <a:p>
            <a:r>
              <a:rPr lang="en-GB" dirty="0"/>
              <a:t>ara38@aber.ac.uk</a:t>
            </a:r>
          </a:p>
        </p:txBody>
      </p:sp>
      <p:sp>
        <p:nvSpPr>
          <p:cNvPr id="21" name="Arc 20">
            <a:extLst>
              <a:ext uri="{FF2B5EF4-FFF2-40B4-BE49-F238E27FC236}">
                <a16:creationId xmlns:a16="http://schemas.microsoft.com/office/drawing/2014/main" id="{B4019478-3FDC-438C-8848-1D7DA864AF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9366740" flipV="1">
            <a:off x="2607299" y="8363"/>
            <a:ext cx="6816262" cy="6816262"/>
          </a:xfrm>
          <a:prstGeom prst="arc">
            <a:avLst>
              <a:gd name="adj1" fmla="val 16200000"/>
              <a:gd name="adj2" fmla="val 20401595"/>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Oval 21">
            <a:extLst>
              <a:ext uri="{FF2B5EF4-FFF2-40B4-BE49-F238E27FC236}">
                <a16:creationId xmlns:a16="http://schemas.microsoft.com/office/drawing/2014/main" id="{FE406479-1D57-4209-B128-3C81746247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53400" y="4609861"/>
            <a:ext cx="873032" cy="84934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884959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0F639-335D-9A7C-4334-23E6FDC7C83A}"/>
              </a:ext>
            </a:extLst>
          </p:cNvPr>
          <p:cNvSpPr>
            <a:spLocks noGrp="1"/>
          </p:cNvSpPr>
          <p:nvPr>
            <p:ph type="title"/>
          </p:nvPr>
        </p:nvSpPr>
        <p:spPr/>
        <p:txBody>
          <a:bodyPr/>
          <a:lstStyle/>
          <a:p>
            <a:r>
              <a:rPr lang="en-GB" dirty="0"/>
              <a:t>Current Progress</a:t>
            </a:r>
          </a:p>
        </p:txBody>
      </p:sp>
      <p:sp>
        <p:nvSpPr>
          <p:cNvPr id="3" name="Content Placeholder 2">
            <a:extLst>
              <a:ext uri="{FF2B5EF4-FFF2-40B4-BE49-F238E27FC236}">
                <a16:creationId xmlns:a16="http://schemas.microsoft.com/office/drawing/2014/main" id="{2FFB5F1F-40C3-35F1-24E9-B9128408D56C}"/>
              </a:ext>
            </a:extLst>
          </p:cNvPr>
          <p:cNvSpPr>
            <a:spLocks noGrp="1"/>
          </p:cNvSpPr>
          <p:nvPr>
            <p:ph idx="1"/>
          </p:nvPr>
        </p:nvSpPr>
        <p:spPr>
          <a:xfrm>
            <a:off x="838200" y="1690688"/>
            <a:ext cx="10515600" cy="3859742"/>
          </a:xfrm>
        </p:spPr>
        <p:txBody>
          <a:bodyPr>
            <a:normAutofit/>
          </a:bodyPr>
          <a:lstStyle/>
          <a:p>
            <a:pPr marL="0" indent="0">
              <a:buNone/>
            </a:pPr>
            <a:r>
              <a:rPr lang="en-GB" sz="2400" dirty="0"/>
              <a:t>Week 1 – Intensive Research and Preparation</a:t>
            </a:r>
          </a:p>
          <a:p>
            <a:pPr marL="0" indent="0">
              <a:buNone/>
            </a:pPr>
            <a:r>
              <a:rPr lang="en-GB" sz="2400" dirty="0"/>
              <a:t>Week 2 – Project Outline + Extensive Article Reading</a:t>
            </a:r>
          </a:p>
          <a:p>
            <a:pPr marL="0" indent="0">
              <a:buNone/>
            </a:pPr>
            <a:r>
              <a:rPr lang="en-GB" sz="2400" dirty="0"/>
              <a:t>Week 3 – Finishing Articles + Methodology/Organization Planning via Notion + Finding current PC chatbot solutions</a:t>
            </a:r>
          </a:p>
          <a:p>
            <a:pPr marL="0" indent="0">
              <a:buNone/>
            </a:pPr>
            <a:r>
              <a:rPr lang="en-GB" sz="2400" dirty="0"/>
              <a:t>Week 4 – Final Analysis + Testing of all potential LLM models</a:t>
            </a:r>
          </a:p>
          <a:p>
            <a:pPr marL="0" indent="0">
              <a:buNone/>
            </a:pPr>
            <a:r>
              <a:rPr lang="en-GB" sz="2400" dirty="0"/>
              <a:t>Week 5 – Research and analysis of web frameworks, API’s and Prompt Engineering + Beginning the creation of my 1</a:t>
            </a:r>
            <a:r>
              <a:rPr lang="en-GB" sz="2400" baseline="30000" dirty="0"/>
              <a:t>st</a:t>
            </a:r>
            <a:r>
              <a:rPr lang="en-GB" sz="2400" dirty="0"/>
              <a:t> prototype</a:t>
            </a:r>
          </a:p>
          <a:p>
            <a:pPr marL="0" indent="0">
              <a:buNone/>
            </a:pPr>
            <a:r>
              <a:rPr lang="en-GB" sz="2400" dirty="0"/>
              <a:t>Week 6 – Finalizing my 1</a:t>
            </a:r>
            <a:r>
              <a:rPr lang="en-GB" sz="2400" baseline="30000" dirty="0"/>
              <a:t>st</a:t>
            </a:r>
            <a:r>
              <a:rPr lang="en-GB" sz="2400" dirty="0"/>
              <a:t> prototype</a:t>
            </a:r>
          </a:p>
          <a:p>
            <a:pPr marL="0" indent="0">
              <a:buNone/>
            </a:pPr>
            <a:r>
              <a:rPr lang="en-GB" sz="2400" dirty="0"/>
              <a:t>Week 7 (Start 10</a:t>
            </a:r>
            <a:r>
              <a:rPr lang="en-GB" sz="2400" baseline="30000" dirty="0"/>
              <a:t>th</a:t>
            </a:r>
            <a:r>
              <a:rPr lang="en-GB" sz="2400" dirty="0"/>
              <a:t> March) – Mid Project Demo preparation</a:t>
            </a:r>
          </a:p>
        </p:txBody>
      </p:sp>
    </p:spTree>
    <p:extLst>
      <p:ext uri="{BB962C8B-B14F-4D97-AF65-F5344CB8AC3E}">
        <p14:creationId xmlns:p14="http://schemas.microsoft.com/office/powerpoint/2010/main" val="7898788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49CF8-65B3-25E7-503F-AF14EC4057D7}"/>
              </a:ext>
            </a:extLst>
          </p:cNvPr>
          <p:cNvSpPr>
            <a:spLocks noGrp="1"/>
          </p:cNvSpPr>
          <p:nvPr>
            <p:ph type="title"/>
          </p:nvPr>
        </p:nvSpPr>
        <p:spPr/>
        <p:txBody>
          <a:bodyPr/>
          <a:lstStyle/>
          <a:p>
            <a:r>
              <a:rPr lang="en-GB" dirty="0"/>
              <a:t>Week 1- </a:t>
            </a:r>
            <a:r>
              <a:rPr lang="en-GB" sz="4400" dirty="0"/>
              <a:t>Intensive Research and Preparation</a:t>
            </a:r>
            <a:br>
              <a:rPr lang="en-GB" sz="4400" dirty="0"/>
            </a:br>
            <a:endParaRPr lang="en-GB" dirty="0"/>
          </a:p>
        </p:txBody>
      </p:sp>
      <p:sp>
        <p:nvSpPr>
          <p:cNvPr id="3" name="Content Placeholder 2">
            <a:extLst>
              <a:ext uri="{FF2B5EF4-FFF2-40B4-BE49-F238E27FC236}">
                <a16:creationId xmlns:a16="http://schemas.microsoft.com/office/drawing/2014/main" id="{E6A6E3A3-5E27-D5CB-2A10-163C3F0264F0}"/>
              </a:ext>
            </a:extLst>
          </p:cNvPr>
          <p:cNvSpPr>
            <a:spLocks noGrp="1"/>
          </p:cNvSpPr>
          <p:nvPr>
            <p:ph idx="1"/>
          </p:nvPr>
        </p:nvSpPr>
        <p:spPr>
          <a:xfrm>
            <a:off x="838200" y="1275019"/>
            <a:ext cx="10515600" cy="3859742"/>
          </a:xfrm>
        </p:spPr>
        <p:txBody>
          <a:bodyPr>
            <a:noAutofit/>
          </a:bodyPr>
          <a:lstStyle/>
          <a:p>
            <a:r>
              <a:rPr lang="en-GB" sz="2000" dirty="0"/>
              <a:t>I had decided to utilize this week and the temporary free time I had from minimal work to spend the week fully focused on intense research and analysis of the project</a:t>
            </a:r>
          </a:p>
          <a:p>
            <a:r>
              <a:rPr lang="en-GB" sz="2000" dirty="0"/>
              <a:t>I had researched and familiarized myself with multiple potential tools that may be used throughout the project such as Hugging Face, Google </a:t>
            </a:r>
            <a:r>
              <a:rPr lang="en-GB" sz="2000" dirty="0" err="1"/>
              <a:t>Colab</a:t>
            </a:r>
            <a:r>
              <a:rPr lang="en-GB" sz="2000" dirty="0"/>
              <a:t> as well as web frameworks like Flask, </a:t>
            </a:r>
            <a:r>
              <a:rPr lang="en-GB" sz="2000" dirty="0" err="1"/>
              <a:t>FastAPI</a:t>
            </a:r>
            <a:r>
              <a:rPr lang="en-GB" sz="2000" dirty="0"/>
              <a:t> etc. and how each of these tools fit into the project</a:t>
            </a:r>
          </a:p>
          <a:p>
            <a:r>
              <a:rPr lang="en-GB" sz="2000" dirty="0"/>
              <a:t>Began my initial analysis and research of potential LLM models. Reading articles and watching videos on the pros/cons of popular models such as </a:t>
            </a:r>
            <a:r>
              <a:rPr lang="en-GB" sz="2000" dirty="0" err="1"/>
              <a:t>Deepseek</a:t>
            </a:r>
            <a:r>
              <a:rPr lang="en-GB" sz="2000" dirty="0"/>
              <a:t>, LLAMA 2, ChatGPT, </a:t>
            </a:r>
            <a:r>
              <a:rPr lang="en-GB" sz="2000" dirty="0" err="1"/>
              <a:t>BioGPT</a:t>
            </a:r>
            <a:r>
              <a:rPr lang="en-GB" sz="2000" dirty="0"/>
              <a:t>, BERT etc.</a:t>
            </a:r>
          </a:p>
          <a:p>
            <a:r>
              <a:rPr lang="en-GB" sz="2000" dirty="0"/>
              <a:t>Read numerous articles regarding current AI chatbot solutions for both PC and cancer related diagnoses</a:t>
            </a:r>
          </a:p>
          <a:p>
            <a:r>
              <a:rPr lang="en-GB" sz="2000" dirty="0"/>
              <a:t>Initial organized data preparation of FAQ’s in CSV file as well as further research and addition of commonly asked questions by patients to improve the information and data in the CSV file for future model enhancement</a:t>
            </a:r>
          </a:p>
        </p:txBody>
      </p:sp>
    </p:spTree>
    <p:extLst>
      <p:ext uri="{BB962C8B-B14F-4D97-AF65-F5344CB8AC3E}">
        <p14:creationId xmlns:p14="http://schemas.microsoft.com/office/powerpoint/2010/main" val="40558122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C1988-B876-8955-77C8-7F20B275A8B2}"/>
              </a:ext>
            </a:extLst>
          </p:cNvPr>
          <p:cNvSpPr>
            <a:spLocks noGrp="1"/>
          </p:cNvSpPr>
          <p:nvPr>
            <p:ph type="title"/>
          </p:nvPr>
        </p:nvSpPr>
        <p:spPr/>
        <p:txBody>
          <a:bodyPr/>
          <a:lstStyle/>
          <a:p>
            <a:r>
              <a:rPr lang="en-GB" dirty="0"/>
              <a:t>Week 2 – Project Outline &amp; Article Reading</a:t>
            </a:r>
          </a:p>
        </p:txBody>
      </p:sp>
      <p:sp>
        <p:nvSpPr>
          <p:cNvPr id="3" name="Content Placeholder 2">
            <a:extLst>
              <a:ext uri="{FF2B5EF4-FFF2-40B4-BE49-F238E27FC236}">
                <a16:creationId xmlns:a16="http://schemas.microsoft.com/office/drawing/2014/main" id="{06EF2E19-102D-0B88-6D87-C0E29EDEEF95}"/>
              </a:ext>
            </a:extLst>
          </p:cNvPr>
          <p:cNvSpPr>
            <a:spLocks noGrp="1"/>
          </p:cNvSpPr>
          <p:nvPr>
            <p:ph idx="1"/>
          </p:nvPr>
        </p:nvSpPr>
        <p:spPr/>
        <p:txBody>
          <a:bodyPr>
            <a:normAutofit/>
          </a:bodyPr>
          <a:lstStyle/>
          <a:p>
            <a:r>
              <a:rPr lang="en-GB" sz="2400" dirty="0"/>
              <a:t>During this week I spent majority of my time creating my project outline and ensuring that it’s as clear, relevant and detailed as possible</a:t>
            </a:r>
          </a:p>
          <a:p>
            <a:r>
              <a:rPr lang="en-GB" sz="2400" dirty="0"/>
              <a:t>Reading numerous articles and gaining a more developed insight into PC chatbots I managed to use citations and references to real world examples in order to explain and elaborate on the projects purpose</a:t>
            </a:r>
          </a:p>
          <a:p>
            <a:pPr lvl="1"/>
            <a:r>
              <a:rPr lang="en-GB" sz="2000" dirty="0"/>
              <a:t>These articles are all linked on Notion</a:t>
            </a:r>
          </a:p>
          <a:p>
            <a:r>
              <a:rPr lang="en-GB" sz="2400" dirty="0"/>
              <a:t>Once my project outline was completed I spent a few days doing intensive research on </a:t>
            </a:r>
            <a:r>
              <a:rPr lang="en-GB" sz="2400" dirty="0" err="1"/>
              <a:t>Deepseek</a:t>
            </a:r>
            <a:r>
              <a:rPr lang="en-GB" sz="2400" dirty="0"/>
              <a:t> and its suitability of implementation in the healthcare sector for AI chatbots</a:t>
            </a:r>
          </a:p>
        </p:txBody>
      </p:sp>
    </p:spTree>
    <p:extLst>
      <p:ext uri="{BB962C8B-B14F-4D97-AF65-F5344CB8AC3E}">
        <p14:creationId xmlns:p14="http://schemas.microsoft.com/office/powerpoint/2010/main" val="27345074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E4845-A3F3-AC23-FD05-68BA5AEE6044}"/>
              </a:ext>
            </a:extLst>
          </p:cNvPr>
          <p:cNvSpPr>
            <a:spLocks noGrp="1"/>
          </p:cNvSpPr>
          <p:nvPr>
            <p:ph type="title"/>
          </p:nvPr>
        </p:nvSpPr>
        <p:spPr>
          <a:xfrm>
            <a:off x="838200" y="500062"/>
            <a:ext cx="10515600" cy="1325563"/>
          </a:xfrm>
        </p:spPr>
        <p:txBody>
          <a:bodyPr>
            <a:normAutofit fontScale="90000"/>
          </a:bodyPr>
          <a:lstStyle/>
          <a:p>
            <a:r>
              <a:rPr lang="en-GB" dirty="0"/>
              <a:t>Week 3 - </a:t>
            </a:r>
            <a:r>
              <a:rPr lang="en-GB" sz="4400" dirty="0"/>
              <a:t>Methodology/Organization Planning via Notion + Finding current PC chatbot solutions</a:t>
            </a:r>
            <a:br>
              <a:rPr lang="en-GB" sz="4400" dirty="0"/>
            </a:br>
            <a:r>
              <a:rPr lang="en-GB" dirty="0"/>
              <a:t> </a:t>
            </a:r>
          </a:p>
        </p:txBody>
      </p:sp>
      <p:sp>
        <p:nvSpPr>
          <p:cNvPr id="3" name="Content Placeholder 2">
            <a:extLst>
              <a:ext uri="{FF2B5EF4-FFF2-40B4-BE49-F238E27FC236}">
                <a16:creationId xmlns:a16="http://schemas.microsoft.com/office/drawing/2014/main" id="{F2F14DB5-963C-C871-ED5A-1E946DC1827B}"/>
              </a:ext>
            </a:extLst>
          </p:cNvPr>
          <p:cNvSpPr>
            <a:spLocks noGrp="1"/>
          </p:cNvSpPr>
          <p:nvPr>
            <p:ph idx="1"/>
          </p:nvPr>
        </p:nvSpPr>
        <p:spPr/>
        <p:txBody>
          <a:bodyPr>
            <a:normAutofit fontScale="92500" lnSpcReduction="10000"/>
          </a:bodyPr>
          <a:lstStyle/>
          <a:p>
            <a:r>
              <a:rPr lang="en-GB" sz="2000" dirty="0"/>
              <a:t>During this week I finished reading all the articles I found online in relation to PC and cancer related chatbots</a:t>
            </a:r>
          </a:p>
          <a:p>
            <a:r>
              <a:rPr lang="en-GB" sz="2000" dirty="0"/>
              <a:t>I had also spent this week organizing how my work will be structured and how progress will be viewed</a:t>
            </a:r>
          </a:p>
          <a:p>
            <a:pPr lvl="1"/>
            <a:r>
              <a:rPr lang="en-GB" sz="2000" dirty="0"/>
              <a:t>I did this by initially creating a Notion page relating to my project which would include all the relevant information and progress so far. These include; a To-Do list (for small admin tasks), A journal for all my work and dates included, Stories Page (Agile)</a:t>
            </a:r>
          </a:p>
          <a:p>
            <a:pPr lvl="1"/>
            <a:r>
              <a:rPr lang="en-GB" sz="2000" dirty="0"/>
              <a:t>I also spent some time thinking about which development methodology would be most suitable and I had decided to go for an agile scrum like approach. This aligned very well with our weekly meetings meaning I would have fixed time blocks to focus on stories</a:t>
            </a:r>
          </a:p>
          <a:p>
            <a:r>
              <a:rPr lang="en-GB" sz="2000" dirty="0"/>
              <a:t>Lastly, I had spent some time finding current PC AI chatbots which will be used as a base comparison to our solution towards the end of the project. </a:t>
            </a:r>
          </a:p>
          <a:p>
            <a:pPr lvl="1"/>
            <a:r>
              <a:rPr lang="en-GB" sz="1600" dirty="0"/>
              <a:t>Linked on Notion</a:t>
            </a:r>
          </a:p>
          <a:p>
            <a:pPr marL="457200" lvl="1" indent="0">
              <a:buNone/>
            </a:pPr>
            <a:endParaRPr lang="en-GB" sz="1800" dirty="0"/>
          </a:p>
        </p:txBody>
      </p:sp>
    </p:spTree>
    <p:extLst>
      <p:ext uri="{BB962C8B-B14F-4D97-AF65-F5344CB8AC3E}">
        <p14:creationId xmlns:p14="http://schemas.microsoft.com/office/powerpoint/2010/main" val="6855101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9B52C-58F1-9EBE-C984-5E1528D1236A}"/>
              </a:ext>
            </a:extLst>
          </p:cNvPr>
          <p:cNvSpPr>
            <a:spLocks noGrp="1"/>
          </p:cNvSpPr>
          <p:nvPr>
            <p:ph type="title"/>
          </p:nvPr>
        </p:nvSpPr>
        <p:spPr/>
        <p:txBody>
          <a:bodyPr/>
          <a:lstStyle/>
          <a:p>
            <a:r>
              <a:rPr lang="en-GB" dirty="0"/>
              <a:t>Week 4 - </a:t>
            </a:r>
            <a:r>
              <a:rPr lang="en-GB" sz="4400" dirty="0"/>
              <a:t>Final Analysis + Testing of all potential LLM models</a:t>
            </a:r>
            <a:endParaRPr lang="en-GB" dirty="0"/>
          </a:p>
        </p:txBody>
      </p:sp>
      <p:sp>
        <p:nvSpPr>
          <p:cNvPr id="3" name="Content Placeholder 2">
            <a:extLst>
              <a:ext uri="{FF2B5EF4-FFF2-40B4-BE49-F238E27FC236}">
                <a16:creationId xmlns:a16="http://schemas.microsoft.com/office/drawing/2014/main" id="{A57AA0FB-DA23-62EC-5D9D-519AFF32D044}"/>
              </a:ext>
            </a:extLst>
          </p:cNvPr>
          <p:cNvSpPr>
            <a:spLocks noGrp="1"/>
          </p:cNvSpPr>
          <p:nvPr>
            <p:ph idx="1"/>
          </p:nvPr>
        </p:nvSpPr>
        <p:spPr/>
        <p:txBody>
          <a:bodyPr>
            <a:normAutofit fontScale="85000" lnSpcReduction="20000"/>
          </a:bodyPr>
          <a:lstStyle/>
          <a:p>
            <a:r>
              <a:rPr lang="en-GB" dirty="0"/>
              <a:t>During this week I had done my final analysis and finalized an extensive list of potential LLMs containing models with varied parameter sizes of 50M – 2B. Additionally, I made sure that my collection of models included medically focused ones as well as more conversational and context based one depending on what approach I would prefer in the near future during development</a:t>
            </a:r>
          </a:p>
          <a:p>
            <a:r>
              <a:rPr lang="en-GB" dirty="0"/>
              <a:t>In order to make sure each of them were suitable for my approach of development I had tested all of them in Google </a:t>
            </a:r>
            <a:r>
              <a:rPr lang="en-GB" dirty="0" err="1"/>
              <a:t>Colab</a:t>
            </a:r>
            <a:r>
              <a:rPr lang="en-GB" dirty="0"/>
              <a:t> as well as their suitability with </a:t>
            </a:r>
            <a:r>
              <a:rPr lang="en-GB" dirty="0" err="1"/>
              <a:t>Colab’s</a:t>
            </a:r>
            <a:r>
              <a:rPr lang="en-GB" dirty="0"/>
              <a:t> free CPU or if their T4 GPU was needed. </a:t>
            </a:r>
          </a:p>
          <a:p>
            <a:pPr lvl="1"/>
            <a:r>
              <a:rPr lang="en-GB" dirty="0"/>
              <a:t>I had collected the resources used for each model and stored it on Notion </a:t>
            </a:r>
          </a:p>
          <a:p>
            <a:r>
              <a:rPr lang="en-GB" dirty="0"/>
              <a:t>Unfortunately, towards the end of this week I had fallen very ill and spent the rest of the week at home and in bed </a:t>
            </a:r>
            <a:r>
              <a:rPr lang="en-GB" b="0" i="0" dirty="0">
                <a:solidFill>
                  <a:srgbClr val="000000"/>
                </a:solidFill>
                <a:effectLst/>
                <a:latin typeface="Apple Color Emoji"/>
              </a:rPr>
              <a:t>🤒</a:t>
            </a:r>
            <a:endParaRPr lang="en-GB" dirty="0"/>
          </a:p>
        </p:txBody>
      </p:sp>
    </p:spTree>
    <p:extLst>
      <p:ext uri="{BB962C8B-B14F-4D97-AF65-F5344CB8AC3E}">
        <p14:creationId xmlns:p14="http://schemas.microsoft.com/office/powerpoint/2010/main" val="980323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21E39-F196-14EC-CBA4-6CEC237E3196}"/>
              </a:ext>
            </a:extLst>
          </p:cNvPr>
          <p:cNvSpPr>
            <a:spLocks noGrp="1"/>
          </p:cNvSpPr>
          <p:nvPr>
            <p:ph type="title"/>
          </p:nvPr>
        </p:nvSpPr>
        <p:spPr>
          <a:xfrm>
            <a:off x="838200" y="509851"/>
            <a:ext cx="10515600" cy="1325563"/>
          </a:xfrm>
        </p:spPr>
        <p:txBody>
          <a:bodyPr>
            <a:normAutofit fontScale="90000"/>
          </a:bodyPr>
          <a:lstStyle/>
          <a:p>
            <a:r>
              <a:rPr lang="en-GB" dirty="0"/>
              <a:t>Week 5 - </a:t>
            </a:r>
            <a:r>
              <a:rPr lang="en-GB" sz="4400" dirty="0"/>
              <a:t>Research and analysis of web frameworks, API’s and Prompt Engineering + Beginning the creation of my 1</a:t>
            </a:r>
            <a:r>
              <a:rPr lang="en-GB" sz="4400" baseline="30000" dirty="0"/>
              <a:t>st</a:t>
            </a:r>
            <a:r>
              <a:rPr lang="en-GB" sz="4400" dirty="0"/>
              <a:t> prototype</a:t>
            </a:r>
            <a:br>
              <a:rPr lang="en-GB" sz="4400" dirty="0"/>
            </a:br>
            <a:endParaRPr lang="en-GB" dirty="0"/>
          </a:p>
        </p:txBody>
      </p:sp>
      <p:sp>
        <p:nvSpPr>
          <p:cNvPr id="3" name="Content Placeholder 2">
            <a:extLst>
              <a:ext uri="{FF2B5EF4-FFF2-40B4-BE49-F238E27FC236}">
                <a16:creationId xmlns:a16="http://schemas.microsoft.com/office/drawing/2014/main" id="{47C35875-0043-14F5-B149-EF67AA90D557}"/>
              </a:ext>
            </a:extLst>
          </p:cNvPr>
          <p:cNvSpPr>
            <a:spLocks noGrp="1"/>
          </p:cNvSpPr>
          <p:nvPr>
            <p:ph idx="1"/>
          </p:nvPr>
        </p:nvSpPr>
        <p:spPr/>
        <p:txBody>
          <a:bodyPr>
            <a:normAutofit fontScale="77500" lnSpcReduction="20000"/>
          </a:bodyPr>
          <a:lstStyle/>
          <a:p>
            <a:r>
              <a:rPr lang="en-GB" dirty="0"/>
              <a:t>During this week I had the task of researching and analysing a variety of web frameworks including; Flask, Django and </a:t>
            </a:r>
            <a:r>
              <a:rPr lang="en-GB" dirty="0" err="1"/>
              <a:t>FastAPI</a:t>
            </a:r>
            <a:r>
              <a:rPr lang="en-GB" dirty="0"/>
              <a:t> as well as how </a:t>
            </a:r>
            <a:r>
              <a:rPr lang="en-GB" dirty="0" err="1"/>
              <a:t>ngrok</a:t>
            </a:r>
            <a:r>
              <a:rPr lang="en-GB" dirty="0"/>
              <a:t> would be used during the project. I had read a number of articles (all linked on Notion) comparing the adv/</a:t>
            </a:r>
            <a:r>
              <a:rPr lang="en-GB" dirty="0" err="1"/>
              <a:t>disadv</a:t>
            </a:r>
            <a:r>
              <a:rPr lang="en-GB" dirty="0"/>
              <a:t> of each of these frameworks to come to an informed decision of which would be most suitable for my use case. During this research I had also spent time developing my understanding of API’s and their calls and how I would integrate it into my project</a:t>
            </a:r>
          </a:p>
          <a:p>
            <a:r>
              <a:rPr lang="en-GB" dirty="0"/>
              <a:t>After this research, I had decided to briefly look into Prompt Engineering to develop a foundational understanding of it and how to implement efficient prompt engineering techniques in order to enhance and improve chatbot responses</a:t>
            </a:r>
          </a:p>
          <a:p>
            <a:r>
              <a:rPr lang="en-GB" dirty="0"/>
              <a:t>Lastly, towards the end of the week once research was complete I had begun trying to create my initial prototype</a:t>
            </a:r>
          </a:p>
          <a:p>
            <a:endParaRPr lang="en-GB" dirty="0"/>
          </a:p>
        </p:txBody>
      </p:sp>
    </p:spTree>
    <p:extLst>
      <p:ext uri="{BB962C8B-B14F-4D97-AF65-F5344CB8AC3E}">
        <p14:creationId xmlns:p14="http://schemas.microsoft.com/office/powerpoint/2010/main" val="2654509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8BCA2-2DBC-FF5C-1A31-E0BB8DDF3788}"/>
              </a:ext>
            </a:extLst>
          </p:cNvPr>
          <p:cNvSpPr>
            <a:spLocks noGrp="1"/>
          </p:cNvSpPr>
          <p:nvPr>
            <p:ph type="title"/>
          </p:nvPr>
        </p:nvSpPr>
        <p:spPr/>
        <p:txBody>
          <a:bodyPr/>
          <a:lstStyle/>
          <a:p>
            <a:r>
              <a:rPr lang="en-GB" dirty="0"/>
              <a:t>Week 6 - </a:t>
            </a:r>
            <a:r>
              <a:rPr lang="en-GB" sz="4400" dirty="0"/>
              <a:t>Finalizing my 1</a:t>
            </a:r>
            <a:r>
              <a:rPr lang="en-GB" sz="4400" baseline="30000" dirty="0"/>
              <a:t>st</a:t>
            </a:r>
            <a:r>
              <a:rPr lang="en-GB" sz="4400" dirty="0"/>
              <a:t> prototype</a:t>
            </a:r>
            <a:r>
              <a:rPr lang="en-GB" dirty="0"/>
              <a:t> </a:t>
            </a:r>
          </a:p>
        </p:txBody>
      </p:sp>
      <p:sp>
        <p:nvSpPr>
          <p:cNvPr id="3" name="Content Placeholder 2">
            <a:extLst>
              <a:ext uri="{FF2B5EF4-FFF2-40B4-BE49-F238E27FC236}">
                <a16:creationId xmlns:a16="http://schemas.microsoft.com/office/drawing/2014/main" id="{18C68021-CA58-104B-A309-03E5DD58E580}"/>
              </a:ext>
            </a:extLst>
          </p:cNvPr>
          <p:cNvSpPr>
            <a:spLocks noGrp="1"/>
          </p:cNvSpPr>
          <p:nvPr>
            <p:ph idx="1"/>
          </p:nvPr>
        </p:nvSpPr>
        <p:spPr>
          <a:xfrm>
            <a:off x="838200" y="1619148"/>
            <a:ext cx="10515600" cy="3859742"/>
          </a:xfrm>
        </p:spPr>
        <p:txBody>
          <a:bodyPr>
            <a:noAutofit/>
          </a:bodyPr>
          <a:lstStyle/>
          <a:p>
            <a:r>
              <a:rPr lang="en-GB" sz="1200" dirty="0"/>
              <a:t>This week was solely focused on development and software engineering. I had initially started with BERT models as they were the smallest and seemed most promising so I developed a suitable system on Google </a:t>
            </a:r>
            <a:r>
              <a:rPr lang="en-GB" sz="1200" dirty="0" err="1"/>
              <a:t>Colab</a:t>
            </a:r>
            <a:r>
              <a:rPr lang="en-GB" sz="1200" dirty="0"/>
              <a:t> ensuring API calls, requests etc. were all running seamlessly throughout the code adjustment, create a running webpage via </a:t>
            </a:r>
            <a:r>
              <a:rPr lang="en-GB" sz="1200" dirty="0" err="1"/>
              <a:t>ngrok</a:t>
            </a:r>
            <a:r>
              <a:rPr lang="en-GB" sz="1200" dirty="0"/>
              <a:t> as well as finding an available HTML template which could be used as the UI on the webpage</a:t>
            </a:r>
          </a:p>
          <a:p>
            <a:r>
              <a:rPr lang="en-GB" sz="1200" dirty="0"/>
              <a:t>After this initial UI and structure setup I had now shifted my focus towards the model and generated responses. I had realised that BERT models weren’t as suitable as I had hoped for generating open ended responses to a variety of questions and were more suitable for data retrieval. So, from here I had decided to change to LLAMA 3.2/ 1.1B</a:t>
            </a:r>
          </a:p>
          <a:p>
            <a:r>
              <a:rPr lang="en-GB" sz="1200" dirty="0"/>
              <a:t>After a quick switch of models and some changes to permissions/tokens I had successfully managed to integrate the LLAMA model however no response was generated for any question I has asked. I thought to myself that perhaps this is due to the size of the model, although only 1.1B, maybe this is simply too large for Google </a:t>
            </a:r>
            <a:r>
              <a:rPr lang="en-GB" sz="1200" dirty="0" err="1"/>
              <a:t>Colab</a:t>
            </a:r>
            <a:r>
              <a:rPr lang="en-GB" sz="1200" dirty="0"/>
              <a:t>. So, I had decided to do a secondary switch and try my luck with </a:t>
            </a:r>
            <a:r>
              <a:rPr lang="en-GB" sz="1200" dirty="0" err="1"/>
              <a:t>BioGPT</a:t>
            </a:r>
            <a:endParaRPr lang="en-GB" sz="1200" dirty="0"/>
          </a:p>
          <a:p>
            <a:r>
              <a:rPr lang="en-GB" sz="1200" dirty="0"/>
              <a:t>After starting fresh with new code and integrating </a:t>
            </a:r>
            <a:r>
              <a:rPr lang="en-GB" sz="1200" dirty="0" err="1"/>
              <a:t>BioGPT</a:t>
            </a:r>
            <a:r>
              <a:rPr lang="en-GB" sz="1200" dirty="0"/>
              <a:t> into a very similar system, I had successfully managed to run </a:t>
            </a:r>
            <a:r>
              <a:rPr lang="en-GB" sz="1200" dirty="0" err="1"/>
              <a:t>BioGPT</a:t>
            </a:r>
            <a:r>
              <a:rPr lang="en-GB" sz="1200" dirty="0"/>
              <a:t> and generate some responses on the UI webpage. This was promising however even after some light prompt engineering I was still no satisfied with results </a:t>
            </a:r>
            <a:r>
              <a:rPr lang="en-GB" sz="1200" dirty="0" err="1"/>
              <a:t>BioGPT</a:t>
            </a:r>
            <a:r>
              <a:rPr lang="en-GB" sz="1200" dirty="0"/>
              <a:t> was outputting.</a:t>
            </a:r>
          </a:p>
          <a:p>
            <a:r>
              <a:rPr lang="en-GB" sz="1200" dirty="0"/>
              <a:t>Throughout this project I had decided a focus of mine would be the conversational ability of the chatbot, ensuring the patient feels engaged as if interacting with a real person. The responses from </a:t>
            </a:r>
            <a:r>
              <a:rPr lang="en-GB" sz="1200" dirty="0" err="1"/>
              <a:t>BioGPT</a:t>
            </a:r>
            <a:r>
              <a:rPr lang="en-GB" sz="1200" dirty="0"/>
              <a:t> were medically accurate which is a positive however lacked the conversational ability that other models had due to its specialization and lower parameter size</a:t>
            </a:r>
          </a:p>
          <a:p>
            <a:r>
              <a:rPr lang="en-GB" sz="1200" dirty="0"/>
              <a:t>So, I had decided to do one final swap back and try replicate the code I had with </a:t>
            </a:r>
            <a:r>
              <a:rPr lang="en-GB" sz="1200" dirty="0" err="1"/>
              <a:t>BioGPT</a:t>
            </a:r>
            <a:r>
              <a:rPr lang="en-GB" sz="1200" dirty="0"/>
              <a:t> however do so with the LLAMA 3.2/1.1B model which is a much more general purpose and conversational model which can be later fine tuned in later stages to cater for medically specialized questions. After a few hours of adjustment, I had successfully managed to create my initial working first prototype using LLAMA 3.2 providing a somewhat suitable and relevant response to queries which will still need some further work and development on</a:t>
            </a:r>
          </a:p>
        </p:txBody>
      </p:sp>
    </p:spTree>
    <p:extLst>
      <p:ext uri="{BB962C8B-B14F-4D97-AF65-F5344CB8AC3E}">
        <p14:creationId xmlns:p14="http://schemas.microsoft.com/office/powerpoint/2010/main" val="3301379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E1665-303F-1723-A083-12589013FC08}"/>
              </a:ext>
            </a:extLst>
          </p:cNvPr>
          <p:cNvSpPr>
            <a:spLocks noGrp="1"/>
          </p:cNvSpPr>
          <p:nvPr>
            <p:ph type="title"/>
          </p:nvPr>
        </p:nvSpPr>
        <p:spPr/>
        <p:txBody>
          <a:bodyPr/>
          <a:lstStyle/>
          <a:p>
            <a:r>
              <a:rPr lang="en-GB" dirty="0"/>
              <a:t>Week 7 - </a:t>
            </a:r>
            <a:r>
              <a:rPr lang="en-GB" sz="4400" dirty="0"/>
              <a:t>Mid Project Demo preparation</a:t>
            </a:r>
            <a:endParaRPr lang="en-GB" dirty="0"/>
          </a:p>
        </p:txBody>
      </p:sp>
      <p:sp>
        <p:nvSpPr>
          <p:cNvPr id="3" name="Content Placeholder 2">
            <a:extLst>
              <a:ext uri="{FF2B5EF4-FFF2-40B4-BE49-F238E27FC236}">
                <a16:creationId xmlns:a16="http://schemas.microsoft.com/office/drawing/2014/main" id="{9759429B-FDAA-2CB0-EC09-104088C9CA73}"/>
              </a:ext>
            </a:extLst>
          </p:cNvPr>
          <p:cNvSpPr>
            <a:spLocks noGrp="1"/>
          </p:cNvSpPr>
          <p:nvPr>
            <p:ph idx="1"/>
          </p:nvPr>
        </p:nvSpPr>
        <p:spPr/>
        <p:txBody>
          <a:bodyPr/>
          <a:lstStyle/>
          <a:p>
            <a:r>
              <a:rPr lang="en-GB" dirty="0"/>
              <a:t>After finishing my initial prototype I had decided to spend some time creating this presentation in order to showcase my progress so far in a clear power point presentation supported by my notes on Notion and notebook</a:t>
            </a:r>
          </a:p>
        </p:txBody>
      </p:sp>
    </p:spTree>
    <p:extLst>
      <p:ext uri="{BB962C8B-B14F-4D97-AF65-F5344CB8AC3E}">
        <p14:creationId xmlns:p14="http://schemas.microsoft.com/office/powerpoint/2010/main" val="1406252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FAA3A-2F77-06CA-8302-42DD3F5DD933}"/>
              </a:ext>
            </a:extLst>
          </p:cNvPr>
          <p:cNvSpPr>
            <a:spLocks noGrp="1"/>
          </p:cNvSpPr>
          <p:nvPr>
            <p:ph type="title"/>
          </p:nvPr>
        </p:nvSpPr>
        <p:spPr/>
        <p:txBody>
          <a:bodyPr/>
          <a:lstStyle/>
          <a:p>
            <a:r>
              <a:rPr lang="en-GB" dirty="0"/>
              <a:t>Near Future…</a:t>
            </a:r>
          </a:p>
        </p:txBody>
      </p:sp>
      <p:sp>
        <p:nvSpPr>
          <p:cNvPr id="3" name="Content Placeholder 2">
            <a:extLst>
              <a:ext uri="{FF2B5EF4-FFF2-40B4-BE49-F238E27FC236}">
                <a16:creationId xmlns:a16="http://schemas.microsoft.com/office/drawing/2014/main" id="{3C4FCDB1-8537-40F4-587F-3A948FA441A3}"/>
              </a:ext>
            </a:extLst>
          </p:cNvPr>
          <p:cNvSpPr>
            <a:spLocks noGrp="1"/>
          </p:cNvSpPr>
          <p:nvPr>
            <p:ph idx="1"/>
          </p:nvPr>
        </p:nvSpPr>
        <p:spPr/>
        <p:txBody>
          <a:bodyPr>
            <a:normAutofit/>
          </a:bodyPr>
          <a:lstStyle/>
          <a:p>
            <a:r>
              <a:rPr lang="en-GB" dirty="0"/>
              <a:t>My immediate next focus after the Mid Project Demo will be on prompt engineering for my model</a:t>
            </a:r>
          </a:p>
          <a:p>
            <a:pPr lvl="1"/>
            <a:r>
              <a:rPr lang="en-GB" dirty="0"/>
              <a:t>Researching and experimenting with a variety of prompt engineering techniques to provide more suitable and relevant responses whilst eliminating the likelihood of hallucinations and redundant information</a:t>
            </a:r>
          </a:p>
          <a:p>
            <a:r>
              <a:rPr lang="en-GB" dirty="0"/>
              <a:t>Once appropriate prompt engineering techniques have been established my next focus will be towards training, improving and fine tuning the model to </a:t>
            </a:r>
            <a:r>
              <a:rPr lang="en-GB"/>
              <a:t>our specialization</a:t>
            </a:r>
            <a:endParaRPr lang="en-GB" dirty="0"/>
          </a:p>
          <a:p>
            <a:pPr lvl="1"/>
            <a:endParaRPr lang="en-GB" dirty="0"/>
          </a:p>
        </p:txBody>
      </p:sp>
    </p:spTree>
    <p:extLst>
      <p:ext uri="{BB962C8B-B14F-4D97-AF65-F5344CB8AC3E}">
        <p14:creationId xmlns:p14="http://schemas.microsoft.com/office/powerpoint/2010/main" val="30348117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A7BA06D-B3FF-4E91-8639-B4569AE3A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ahLst/>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Arc 10">
            <a:extLst>
              <a:ext uri="{FF2B5EF4-FFF2-40B4-BE49-F238E27FC236}">
                <a16:creationId xmlns:a16="http://schemas.microsoft.com/office/drawing/2014/main" id="{2B30C86D-5A07-48BC-9C9D-6F9A2DB1E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555710" y="106482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9AFC454B-A080-4D23-B177-6D5356C6E6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D0522C2C-7B5C-48A7-A969-03941E5D2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Freeform 13">
            <a:extLst>
              <a:ext uri="{FF2B5EF4-FFF2-40B4-BE49-F238E27FC236}">
                <a16:creationId xmlns:a16="http://schemas.microsoft.com/office/drawing/2014/main" id="{9C682A1A-5B2D-4111-BBD6-62016563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69476" y="220196"/>
            <a:ext cx="9422524" cy="6637806"/>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8DAE7F6F-6E93-FDF0-189E-9D28A8BCD2BF}"/>
              </a:ext>
            </a:extLst>
          </p:cNvPr>
          <p:cNvSpPr>
            <a:spLocks noGrp="1"/>
          </p:cNvSpPr>
          <p:nvPr>
            <p:ph type="title"/>
          </p:nvPr>
        </p:nvSpPr>
        <p:spPr>
          <a:xfrm>
            <a:off x="4038600" y="1939159"/>
            <a:ext cx="7644627" cy="2751086"/>
          </a:xfrm>
        </p:spPr>
        <p:txBody>
          <a:bodyPr vert="horz" lIns="91440" tIns="45720" rIns="91440" bIns="45720" rtlCol="0" anchor="b">
            <a:normAutofit/>
          </a:bodyPr>
          <a:lstStyle/>
          <a:p>
            <a:pPr algn="r"/>
            <a:r>
              <a:rPr lang="en-US" sz="6000" kern="1200" dirty="0">
                <a:solidFill>
                  <a:schemeClr val="tx1"/>
                </a:solidFill>
                <a:latin typeface="+mj-lt"/>
                <a:ea typeface="+mj-ea"/>
                <a:cs typeface="+mj-cs"/>
              </a:rPr>
              <a:t>Thank You! </a:t>
            </a:r>
            <a:r>
              <a:rPr lang="en-US" sz="6000" kern="1200" dirty="0">
                <a:solidFill>
                  <a:schemeClr val="tx1"/>
                </a:solidFill>
                <a:latin typeface="+mj-lt"/>
                <a:ea typeface="+mj-ea"/>
                <a:cs typeface="+mj-cs"/>
                <a:sym typeface="Wingdings" panose="05000000000000000000" pitchFamily="2" charset="2"/>
              </a:rPr>
              <a:t></a:t>
            </a:r>
            <a:endParaRPr lang="en-US" sz="6000" kern="1200" dirty="0">
              <a:solidFill>
                <a:schemeClr val="tx1"/>
              </a:solidFill>
              <a:latin typeface="+mj-lt"/>
              <a:ea typeface="+mj-ea"/>
              <a:cs typeface="+mj-cs"/>
            </a:endParaRPr>
          </a:p>
        </p:txBody>
      </p:sp>
      <p:sp>
        <p:nvSpPr>
          <p:cNvPr id="19" name="Oval 18">
            <a:extLst>
              <a:ext uri="{FF2B5EF4-FFF2-40B4-BE49-F238E27FC236}">
                <a16:creationId xmlns:a16="http://schemas.microsoft.com/office/drawing/2014/main" id="{D6EE29F2-D77F-4BD0-A20B-334D316A1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58029" y="3334786"/>
            <a:ext cx="1942241" cy="1889551"/>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1" name="Arc 20">
            <a:extLst>
              <a:ext uri="{FF2B5EF4-FFF2-40B4-BE49-F238E27FC236}">
                <a16:creationId xmlns:a16="http://schemas.microsoft.com/office/drawing/2014/main" id="{22D09ED2-868F-42C6-866E-F92E0CEF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520172">
            <a:off x="1474479" y="1096414"/>
            <a:ext cx="2987899" cy="2987899"/>
          </a:xfrm>
          <a:prstGeom prst="arc">
            <a:avLst>
              <a:gd name="adj1" fmla="val 14455503"/>
              <a:gd name="adj2" fmla="val 227775"/>
            </a:avLst>
          </a:prstGeom>
          <a:ln w="127000" cap="rnd">
            <a:solidFill>
              <a:schemeClr val="accent2">
                <a:lumMod val="75000"/>
              </a:schemeClr>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99587212"/>
      </p:ext>
    </p:extLst>
  </p:cSld>
  <p:clrMapOvr>
    <a:masterClrMapping/>
  </p:clrMapOvr>
</p:sld>
</file>

<file path=ppt/theme/theme1.xml><?xml version="1.0" encoding="utf-8"?>
<a:theme xmlns:a="http://schemas.openxmlformats.org/drawingml/2006/main" name="ShapesVTI">
  <a:themeElements>
    <a:clrScheme name="Office">
      <a:dk1>
        <a:srgbClr val="000000"/>
      </a:dk1>
      <a:lt1>
        <a:srgbClr val="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Festival">
      <a:majorFont>
        <a:latin typeface="Tw Cen M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hapesVTI" id="{C78D20FD-A872-4243-8597-B534C62538FF}" vid="{7CAFCCF9-7834-41D6-B6AB-7D225A18A4E9}"/>
    </a:ext>
  </a:extLst>
</a:theme>
</file>

<file path=docProps/app.xml><?xml version="1.0" encoding="utf-8"?>
<Properties xmlns="http://schemas.openxmlformats.org/officeDocument/2006/extended-properties" xmlns:vt="http://schemas.openxmlformats.org/officeDocument/2006/docPropsVTypes">
  <TotalTime>115</TotalTime>
  <Words>1449</Words>
  <Application>Microsoft Office PowerPoint</Application>
  <PresentationFormat>Widescreen</PresentationFormat>
  <Paragraphs>51</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Apple Color Emoji</vt:lpstr>
      <vt:lpstr>Arial</vt:lpstr>
      <vt:lpstr>Avenir Next LT Pro</vt:lpstr>
      <vt:lpstr>Calibri</vt:lpstr>
      <vt:lpstr>Tw Cen MT</vt:lpstr>
      <vt:lpstr>ShapesVTI</vt:lpstr>
      <vt:lpstr>Mid Project Demonstration</vt:lpstr>
      <vt:lpstr>Current Progress</vt:lpstr>
      <vt:lpstr>Week 1- Intensive Research and Preparation </vt:lpstr>
      <vt:lpstr>Week 2 – Project Outline &amp; Article Reading</vt:lpstr>
      <vt:lpstr>Week 3 - Methodology/Organization Planning via Notion + Finding current PC chatbot solutions  </vt:lpstr>
      <vt:lpstr>Week 4 - Final Analysis + Testing of all potential LLM models</vt:lpstr>
      <vt:lpstr>Week 5 - Research and analysis of web frameworks, API’s and Prompt Engineering + Beginning the creation of my 1st prototype </vt:lpstr>
      <vt:lpstr>Week 6 - Finalizing my 1st prototype </vt:lpstr>
      <vt:lpstr>Week 7 - Mid Project Demo preparation</vt:lpstr>
      <vt:lpstr>Near Future…</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Artur Andrijauskas</dc:creator>
  <cp:lastModifiedBy>Artur Andrijauskas</cp:lastModifiedBy>
  <cp:revision>1</cp:revision>
  <dcterms:created xsi:type="dcterms:W3CDTF">2025-03-08T10:44:13Z</dcterms:created>
  <dcterms:modified xsi:type="dcterms:W3CDTF">2025-03-11T09:57:37Z</dcterms:modified>
</cp:coreProperties>
</file>